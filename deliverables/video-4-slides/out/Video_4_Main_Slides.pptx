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1:05.</a:t>
            </a:r>
          </a:p>
          <a:p/>
          <a:p>
            <a:r>
              <a:t>Two-column comparison. Chronology first, on its own, while the point about</a:t>
            </a:r>
          </a:p>
          <a:p>
            <a:r>
              <a:t>giving someone the chronology is made.</a:t>
            </a:r>
          </a:p>
          <a:p/>
          <a:p>
            <a:r>
              <a:t>Bring PORTABILITY in second and let it carry the weight. It is the half the</a:t>
            </a:r>
          </a:p>
          <a:p>
            <a:r>
              <a:t>listener is not being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 to 3:35.</a:t>
            </a:r>
          </a:p>
          <a:p/>
          <a:p>
            <a:r>
              <a:t>Section break. Hold briefly, then return to presenter.</a:t>
            </a:r>
          </a:p>
          <a:p/>
          <a:p>
            <a:r>
              <a:t>The point being carried: orient the listener, do not defend every decision or</a:t>
            </a:r>
          </a:p>
          <a:p>
            <a:r>
              <a:t>recite every position. Enough chronology to establish the shape of the path,</a:t>
            </a:r>
          </a:p>
          <a:p>
            <a:r>
              <a:t>short enough that there is room left to explain what the chapters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4:00.</a:t>
            </a:r>
          </a:p>
          <a:p/>
          <a:p>
            <a:r>
              <a:t>State one: the three nouns as they normally arrive, at full weight.</a:t>
            </a:r>
          </a:p>
          <a:p/>
          <a:p>
            <a:r>
              <a:t>State two: mute the noun list and bring the question forward. The nouns stay</a:t>
            </a:r>
          </a:p>
          <a:p>
            <a:r>
              <a:t>on screen, dimmed, so the viewer sees what is being set aside rather than</a:t>
            </a:r>
          </a:p>
          <a:p>
            <a:r>
              <a:t>watching it disappear.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5:10 to 6:45.</a:t>
            </a:r>
          </a:p>
          <a:p/>
          <a:p>
            <a:r>
              <a:t>Simple directional build, one stage at a time.</a:t>
            </a:r>
          </a:p>
          <a:p/>
          <a:p>
            <a:r>
              <a:t>The third part is to explain why the work you want next follows from what you</a:t>
            </a:r>
          </a:p>
          <a:p>
            <a:r>
              <a:t>have already built. This is the shape of that argument, nothing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5:30.</a:t>
            </a:r>
          </a:p>
          <a:p/>
          <a:p>
            <a:r>
              <a:t>Reveal one sentence stem at a time.</a:t>
            </a:r>
          </a:p>
          <a:p/>
          <a:p>
            <a:r>
              <a:t>This is an editing frame, not a script to memorise. It keeps the speaker from</a:t>
            </a:r>
          </a:p>
          <a:p>
            <a:r>
              <a:t>spending three minutes on chronology and ten seconds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6:45 to 7:35.</a:t>
            </a:r>
          </a:p>
          <a:p/>
          <a:p>
            <a:r>
              <a:t>Use this slide full screen briefly, then return to Temidayo.</a:t>
            </a:r>
          </a:p>
          <a:p/>
          <a:p>
            <a:r>
              <a:t>Coherence is not the same as claiming every move was strategic. A truthful</a:t>
            </a:r>
          </a:p>
          <a:p>
            <a:r>
              <a:t>explanation can include interruption and redirection. The goal is not to make</a:t>
            </a:r>
          </a:p>
          <a:p>
            <a:r>
              <a:t>the career look linear. The goal is to make the formation legible.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8:05.</a:t>
            </a:r>
          </a:p>
          <a:p/>
          <a:p>
            <a:r>
              <a:t>Progressive reveal with a brief pause between questions so each one can be</a:t>
            </a:r>
          </a:p>
          <a:p>
            <a:r>
              <a:t>answered before the next arrives.</a:t>
            </a:r>
          </a:p>
          <a:p/>
          <a:p>
            <a:r>
              <a:t>If the answer to any of them is no, the career may not be the problem. The</a:t>
            </a:r>
          </a:p>
          <a:p>
            <a:r>
              <a:t>explanation may still be carrying too much chronology and not enough</a:t>
            </a:r>
          </a:p>
          <a:p>
            <a:r>
              <a:t>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8:38.</a:t>
            </a:r>
          </a:p>
          <a:p/>
          <a:p>
            <a:r>
              <a:t>Simple CTA card. No competing offer on screen.</a:t>
            </a:r>
          </a:p>
          <a:p/>
          <a:p>
            <a:r>
              <a:t>Keep the Proof does not decide the next move. It preserves what will be needed</a:t>
            </a:r>
          </a:p>
          <a:p>
            <a:r>
              <a:t>to explain the value once the context changes.</a:t>
            </a:r>
          </a:p>
          <a:p/>
          <a:p>
            <a:r>
              <a:t>ROUTE CHECK: temidayoafonja.com/keep-the-proof must resolve before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final 15 to 20 seconds.</a:t>
            </a:r>
          </a:p>
          <a:p/>
          <a:p>
            <a:r>
              <a:t>All content is held left of x=1130 so the right side stays clear for YouTube</a:t>
            </a:r>
          </a:p>
          <a:p>
            <a:r>
              <a:t>end-screen elements.</a:t>
            </a:r>
          </a:p>
          <a:p/>
          <a:p>
            <a:r>
              <a:t>Closing line: your career does not need to look linear to be coherent, but you</a:t>
            </a:r>
          </a:p>
          <a:p>
            <a:r>
              <a:t>do have to make the continuity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14732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0800" y="24638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0800" y="34544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40005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10800000">
            <a:off x="1317625" y="42608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0800" y="444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ENTERPRISE TRANSFORMATION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70000" y="5473700"/>
            <a:ext cx="1905000" cy="190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0000" y="5715000"/>
            <a:ext cx="965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17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THE TITLES CHANGED. THE CAPABILITY KEPT ACCUMULATING.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6500" y="2730500"/>
            <a:ext cx="419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6500" y="3644900"/>
            <a:ext cx="419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4750" y="2159000"/>
            <a:ext cx="5080000" cy="2413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26250" y="2730500"/>
            <a:ext cx="419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6826250" y="33147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26250" y="3644900"/>
            <a:ext cx="419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traveled with you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THE CHAPTERS — BRIEFLY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29845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Roles • Functions • Industries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3600" y="35941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8989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One sentence, not a defense.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3124200"/>
            <a:ext cx="1054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3600" y="41910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4521200"/>
            <a:ext cx="1016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did people repeatedly trust you to carry?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2479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29083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810000"/>
            <a:ext cx="889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91000"/>
            <a:ext cx="1028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you notice, decide, solve,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influence or change?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952500"/>
            <a:ext cx="127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203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0800" y="3251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41783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46863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4921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51054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NEXT VALUE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1790700"/>
            <a:ext cx="965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51000" y="2882900"/>
            <a:ext cx="965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41148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51000" y="3975100"/>
            <a:ext cx="965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That is why I am now focused 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032000"/>
            <a:ext cx="1016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INVENT</a:t>
            </a:r>
            <a:br/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PERFECT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848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191000"/>
            <a:ext cx="1016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Name the constraint, experiment or redirection.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Explain what became clearer.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854200"/>
            <a:ext cx="63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8000" y="1778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984500"/>
            <a:ext cx="63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8000" y="29083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114800"/>
            <a:ext cx="63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8000" y="40386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there evidence behind each verb?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23622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1750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35306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60-Minute Career Evidence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191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0066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HOW TO KNOW IF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 INTERNAL MOVE IS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RIGHT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3561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Playlist: Career Portability: Career Pivots,</a:t>
            </a:r>
            <a:br/>
            <a:r>
              <a:rPr sz="16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