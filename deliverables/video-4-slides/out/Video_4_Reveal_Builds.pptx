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4 — main slide 1.</a:t>
            </a:r>
          </a:p>
          <a:p>
            <a:r>
              <a:t>Timing: approximately 0:30.</a:t>
            </a:r>
          </a:p>
          <a:p>
            <a:r>
              <a:t>Slide 1 — Career Path.</a:t>
            </a:r>
          </a:p>
          <a:p>
            <a:r>
              <a:t>Cue — the line that lands on this slide: “I’m Temidayo Afonja.”</a:t>
            </a:r>
          </a:p>
          <a:p>
            <a:r>
              <a:t>Do NOT open on this slide. Begin full screen on Temidayo. The opening is four beats: the viewer's career makes sense to them, they are less sure it makes sense to anybody else, the cat-with-nine-lives joke, and the offer of three sentences.</a:t>
            </a:r>
          </a:p>
          <a:p>
            <a:r>
              <a:t>FACTUAL BOUNDARY: a senior-manager friend at EY used to joke that Temidayo was a cat with nine lives. That is the entire approved fact. Do not invent the original conversation and do not script words for the friend. The friend's pronouns are not established — the script says “they”, and captions must match.</a:t>
            </a:r>
          </a:p>
          <a:p>
            <a:r>
              <a:t>NO CAT IMAGERY. Not in the edit, not in a graphic, not in the thumbnail.</a:t>
            </a:r>
          </a:p>
          <a:p>
            <a:r>
              <a:t>This slide then carries the four chapters as chronology, plus the December 2008 accounting degree and the financial crisis, exactly as spoken.</a:t>
            </a:r>
          </a:p>
          <a:p>
            <a:r>
              <a:t>Reveal states: 4. Reveal frame 1–4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4 — main slide 1.</a:t>
            </a:r>
          </a:p>
          <a:p>
            <a:r>
              <a:t>Timing: approximately 0:30.</a:t>
            </a:r>
          </a:p>
          <a:p>
            <a:r>
              <a:t>Slide 1 — Career Path.</a:t>
            </a:r>
          </a:p>
          <a:p>
            <a:r>
              <a:t>Cue — the line that lands on this slide: “I’m Temidayo Afonja.”</a:t>
            </a:r>
          </a:p>
          <a:p>
            <a:r>
              <a:t>Do NOT open on this slide. Begin full screen on Temidayo. The opening is four beats: the viewer's career makes sense to them, they are less sure it makes sense to anybody else, the cat-with-nine-lives joke, and the offer of three sentences.</a:t>
            </a:r>
          </a:p>
          <a:p>
            <a:r>
              <a:t>FACTUAL BOUNDARY: a senior-manager friend at EY used to joke that Temidayo was a cat with nine lives. That is the entire approved fact. Do not invent the original conversation and do not script words for the friend. The friend's pronouns are not established — the script says “they”, and captions must match.</a:t>
            </a:r>
          </a:p>
          <a:p>
            <a:r>
              <a:t>NO CAT IMAGERY. Not in the edit, not in a graphic, not in the thumbnail.</a:t>
            </a:r>
          </a:p>
          <a:p>
            <a:r>
              <a:t>This slide then carries the four chapters as chronology, plus the December 2008 accounting degree and the financial crisis, exactly as spoken.</a:t>
            </a:r>
          </a:p>
          <a:p>
            <a:r>
              <a:t>Reveal states: 4. Reveal frame 1–4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4 — main slide 1.</a:t>
            </a:r>
          </a:p>
          <a:p>
            <a:r>
              <a:t>Timing: approximately 0:30.</a:t>
            </a:r>
          </a:p>
          <a:p>
            <a:r>
              <a:t>Slide 1 — Career Path.</a:t>
            </a:r>
          </a:p>
          <a:p>
            <a:r>
              <a:t>Cue — the line that lands on this slide: “I’m Temidayo Afonja.”</a:t>
            </a:r>
          </a:p>
          <a:p>
            <a:r>
              <a:t>Do NOT open on this slide. Begin full screen on Temidayo. The opening is four beats: the viewer's career makes sense to them, they are less sure it makes sense to anybody else, the cat-with-nine-lives joke, and the offer of three sentences.</a:t>
            </a:r>
          </a:p>
          <a:p>
            <a:r>
              <a:t>FACTUAL BOUNDARY: a senior-manager friend at EY used to joke that Temidayo was a cat with nine lives. That is the entire approved fact. Do not invent the original conversation and do not script words for the friend. The friend's pronouns are not established — the script says “they”, and captions must match.</a:t>
            </a:r>
          </a:p>
          <a:p>
            <a:r>
              <a:t>NO CAT IMAGERY. Not in the edit, not in a graphic, not in the thumbnail.</a:t>
            </a:r>
          </a:p>
          <a:p>
            <a:r>
              <a:t>This slide then carries the four chapters as chronology, plus the December 2008 accounting degree and the financial crisis, exactly as spoken.</a:t>
            </a:r>
          </a:p>
          <a:p>
            <a:r>
              <a:t>Reveal states: 4. Reveal frame 1–4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4 — main slide 1.</a:t>
            </a:r>
          </a:p>
          <a:p>
            <a:r>
              <a:t>Timing: approximately 0:30.</a:t>
            </a:r>
          </a:p>
          <a:p>
            <a:r>
              <a:t>Slide 1 — Career Path.</a:t>
            </a:r>
          </a:p>
          <a:p>
            <a:r>
              <a:t>Cue — the line that lands on this slide: “I’m Temidayo Afonja.”</a:t>
            </a:r>
          </a:p>
          <a:p>
            <a:r>
              <a:t>Do NOT open on this slide. Begin full screen on Temidayo. The opening is four beats: the viewer's career makes sense to them, they are less sure it makes sense to anybody else, the cat-with-nine-lives joke, and the offer of three sentences.</a:t>
            </a:r>
          </a:p>
          <a:p>
            <a:r>
              <a:t>FACTUAL BOUNDARY: a senior-manager friend at EY used to joke that Temidayo was a cat with nine lives. That is the entire approved fact. Do not invent the original conversation and do not script words for the friend. The friend's pronouns are not established — the script says “they”, and captions must match.</a:t>
            </a:r>
          </a:p>
          <a:p>
            <a:r>
              <a:t>NO CAT IMAGERY. Not in the edit, not in a graphic, not in the thumbnail.</a:t>
            </a:r>
          </a:p>
          <a:p>
            <a:r>
              <a:t>This slide then carries the four chapters as chronology, plus the December 2008 accounting degree and the financial crisis, exactly as spoken.</a:t>
            </a:r>
          </a:p>
          <a:p>
            <a:r>
              <a:t>Reveal states: 4. Reveal frame 1–4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2.</a:t>
            </a:r>
          </a:p>
          <a:p>
            <a:r>
              <a:t>Timing: approximately 1:30.</a:t>
            </a:r>
          </a:p>
          <a:p>
            <a:r>
              <a:t>Slide 2 — Chronology / Portability.</a:t>
            </a:r>
          </a:p>
          <a:p>
            <a:r>
              <a:t>Cue — the line that lands on this slide: “Here is the mistake almost all of us make, and I made it for years.”</a:t>
            </a:r>
          </a:p>
          <a:p>
            <a:r>
              <a:t>Chronology beside portability. Reveal chronology first, then portability.</a:t>
            </a:r>
          </a:p>
          <a:p>
            <a:r>
              <a:t>“Chronology is where you have been. Portability is what travelled with you.” This is the core interpretation of the video. Hold it.</a:t>
            </a:r>
          </a:p>
          <a:p>
            <a:r>
              <a:t>The inventing-the-plan warning is the honesty boundary arriving early. “It does not survive a follow-up question.” Keep it.</a:t>
            </a:r>
          </a:p>
          <a:p>
            <a:r>
              <a:t>No résumé-scroll animation and no timeline gag anywhere.</a:t>
            </a:r>
          </a:p>
          <a:p>
            <a:r>
              <a:t>Reveal states: 2. Reveal frame 5–6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2.</a:t>
            </a:r>
          </a:p>
          <a:p>
            <a:r>
              <a:t>Timing: approximately 1:30.</a:t>
            </a:r>
          </a:p>
          <a:p>
            <a:r>
              <a:t>Slide 2 — Chronology / Portability.</a:t>
            </a:r>
          </a:p>
          <a:p>
            <a:r>
              <a:t>Cue — the line that lands on this slide: “Here is the mistake almost all of us make, and I made it for years.”</a:t>
            </a:r>
          </a:p>
          <a:p>
            <a:r>
              <a:t>Chronology beside portability. Reveal chronology first, then portability.</a:t>
            </a:r>
          </a:p>
          <a:p>
            <a:r>
              <a:t>“Chronology is where you have been. Portability is what travelled with you.” This is the core interpretation of the video. Hold it.</a:t>
            </a:r>
          </a:p>
          <a:p>
            <a:r>
              <a:t>The inventing-the-plan warning is the honesty boundary arriving early. “It does not survive a follow-up question.” Keep it.</a:t>
            </a:r>
          </a:p>
          <a:p>
            <a:r>
              <a:t>No résumé-scroll animation and no timeline gag anywhere.</a:t>
            </a:r>
          </a:p>
          <a:p>
            <a:r>
              <a:t>Reveal states: 2. Reveal frame 5–6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3.</a:t>
            </a:r>
          </a:p>
          <a:p>
            <a:r>
              <a:t>Timing: approximately 2:46.</a:t>
            </a:r>
          </a:p>
          <a:p>
            <a:r>
              <a:t>Slide 3 — 1 Name the Chapters Briefly.</a:t>
            </a:r>
          </a:p>
          <a:p>
            <a:r>
              <a:t>Cue — the line that lands on this slide: “Sentence one names the chapters, briefly.”</a:t>
            </a:r>
          </a:p>
          <a:p>
            <a:r>
              <a:t>Sentence one. Brief is the whole instruction — no dates, no employers, no explaining why each chapter ended.</a:t>
            </a:r>
          </a:p>
          <a:p>
            <a:r>
              <a:t>Temidayo's own version is spoken as one sentence. Put it on screen as one line, not as a list of four bullets.</a:t>
            </a:r>
          </a:p>
          <a:p>
            <a:r>
              <a:t>“Justifying in sentence one is what makes a career sound defensive.” Keep it.</a:t>
            </a:r>
          </a:p>
          <a:p>
            <a:r>
              <a:t>Single state. Reveal frame 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5 — main slide 4.</a:t>
            </a:r>
          </a:p>
          <a:p>
            <a:r>
              <a:t>Timing: approximately 3:23.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5 — main slide 4.</a:t>
            </a:r>
          </a:p>
          <a:p>
            <a:r>
              <a:t>Timing: approximately 3:23.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5 — main slide 4.</a:t>
            </a:r>
          </a:p>
          <a:p>
            <a:r>
              <a:t>Timing: approximately 3:23.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5 — main slide 4.</a:t>
            </a:r>
          </a:p>
          <a:p>
            <a:r>
              <a:t>Timing: approximately 3:23.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5 of 5 — main slide 4.</a:t>
            </a:r>
          </a:p>
          <a:p>
            <a:r>
              <a:t>Timing: approximately 3:23.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5.</a:t>
            </a:r>
          </a:p>
          <a:p>
            <a:r>
              <a:t>Timing: approximately 3:27.</a:t>
            </a:r>
          </a:p>
          <a:p>
            <a:r>
              <a:t>Slide 5 — Look Beneath the Nouns.</a:t>
            </a:r>
          </a:p>
          <a:p>
            <a:r>
              <a:t>Cue — the line that lands on this slide: “This is the sentence that does the real work, and it is the one most of us have never written down.”</a:t>
            </a:r>
          </a:p>
          <a:p>
            <a:r>
              <a:t>The nouns that hide the work. Reveal the prompts one at a time.</a:t>
            </a:r>
          </a:p>
          <a:p>
            <a:r>
              <a:t>Temidayo's own sentence two is spoken in full and is the model for the exercise. Put it on screen verbatim if anything at all.</a:t>
            </a:r>
          </a:p>
          <a:p>
            <a:r>
              <a:t>The closing warning is the part that keeps people honest: sentence two usually comes out smaller and more ordinary than expected, and that is correct. Do not cut it — without it the exercise produces inflated language.</a:t>
            </a:r>
          </a:p>
          <a:p>
            <a:r>
              <a:t>Reveal states: 2. Reveal frame 13–14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5.</a:t>
            </a:r>
          </a:p>
          <a:p>
            <a:r>
              <a:t>Timing: approximately 3:27.</a:t>
            </a:r>
          </a:p>
          <a:p>
            <a:r>
              <a:t>Slide 5 — Look Beneath the Nouns.</a:t>
            </a:r>
          </a:p>
          <a:p>
            <a:r>
              <a:t>Cue — the line that lands on this slide: “This is the sentence that does the real work, and it is the one most of us have never written down.”</a:t>
            </a:r>
          </a:p>
          <a:p>
            <a:r>
              <a:t>The nouns that hide the work. Reveal the prompts one at a time.</a:t>
            </a:r>
          </a:p>
          <a:p>
            <a:r>
              <a:t>Temidayo's own sentence two is spoken in full and is the model for the exercise. Put it on screen verbatim if anything at all.</a:t>
            </a:r>
          </a:p>
          <a:p>
            <a:r>
              <a:t>The closing warning is the part that keeps people honest: sentence two usually comes out smaller and more ordinary than expected, and that is correct. Do not cut it — without it the exercise produces inflated language.</a:t>
            </a:r>
          </a:p>
          <a:p>
            <a:r>
              <a:t>Reveal states: 2. Reveal frame 13–14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6.</a:t>
            </a:r>
          </a:p>
          <a:p>
            <a:r>
              <a:t>Timing: approximately 5:06.</a:t>
            </a:r>
          </a:p>
          <a:p>
            <a:r>
              <a:t>Slide 6 — 3 Explain the Direction.</a:t>
            </a:r>
          </a:p>
          <a:p>
            <a:r>
              <a:t>Cue — the line that lands on this slide: “Sentence three explains why the next direction follows.”</a:t>
            </a:r>
          </a:p>
          <a:p>
            <a:r>
              <a:t>Sentence three. Forward-facing, not a justification of the last move.</a:t>
            </a:r>
          </a:p>
          <a:p>
            <a:r>
              <a:t>Reveal states: 3. Reveal frame 15–17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6.</a:t>
            </a:r>
          </a:p>
          <a:p>
            <a:r>
              <a:t>Timing: approximately 5:06.</a:t>
            </a:r>
          </a:p>
          <a:p>
            <a:r>
              <a:t>Slide 6 — 3 Explain the Direction.</a:t>
            </a:r>
          </a:p>
          <a:p>
            <a:r>
              <a:t>Cue — the line that lands on this slide: “Sentence three explains why the next direction follows.”</a:t>
            </a:r>
          </a:p>
          <a:p>
            <a:r>
              <a:t>Sentence three. Forward-facing, not a justification of the last move.</a:t>
            </a:r>
          </a:p>
          <a:p>
            <a:r>
              <a:t>Reveal states: 3. Reveal frame 15–17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6.</a:t>
            </a:r>
          </a:p>
          <a:p>
            <a:r>
              <a:t>Timing: approximately 5:06.</a:t>
            </a:r>
          </a:p>
          <a:p>
            <a:r>
              <a:t>Slide 6 — 3 Explain the Direction.</a:t>
            </a:r>
          </a:p>
          <a:p>
            <a:r>
              <a:t>Cue — the line that lands on this slide: “Sentence three explains why the next direction follows.”</a:t>
            </a:r>
          </a:p>
          <a:p>
            <a:r>
              <a:t>Sentence three. Forward-facing, not a justification of the last move.</a:t>
            </a:r>
          </a:p>
          <a:p>
            <a:r>
              <a:t>Reveal states: 3. Reveal frame 15–17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7.</a:t>
            </a:r>
          </a:p>
          <a:p>
            <a:r>
              <a:t>Timing: approximately 5:09.</a:t>
            </a:r>
          </a:p>
          <a:p>
            <a:r>
              <a:t>Slide 7 — Three-Sentence Structure.</a:t>
            </a:r>
          </a:p>
          <a:p>
            <a:r>
              <a:t>Cue — the line that lands on this slide: “Not why the last move happened.”</a:t>
            </a:r>
          </a:p>
          <a:p>
            <a:r>
              <a:t>The three sentence stems together for the first time. Reveal in order.</a:t>
            </a:r>
          </a:p>
          <a:p>
            <a:r>
              <a:t>“Say it in about forty seconds, and then stop talking.” The stopping is teaching, not a throwaway. Give it a beat.</a:t>
            </a:r>
          </a:p>
          <a:p>
            <a:r>
              <a:t>Reveal states: 3. Reveal frame 18–20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7.</a:t>
            </a:r>
          </a:p>
          <a:p>
            <a:r>
              <a:t>Timing: approximately 5:09.</a:t>
            </a:r>
          </a:p>
          <a:p>
            <a:r>
              <a:t>Slide 7 — Three-Sentence Structure.</a:t>
            </a:r>
          </a:p>
          <a:p>
            <a:r>
              <a:t>Cue — the line that lands on this slide: “Not why the last move happened.”</a:t>
            </a:r>
          </a:p>
          <a:p>
            <a:r>
              <a:t>The three sentence stems together for the first time. Reveal in order.</a:t>
            </a:r>
          </a:p>
          <a:p>
            <a:r>
              <a:t>“Say it in about forty seconds, and then stop talking.” The stopping is teaching, not a throwaway. Give it a beat.</a:t>
            </a:r>
          </a:p>
          <a:p>
            <a:r>
              <a:t>Reveal states: 3. Reveal frame 18–20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7.</a:t>
            </a:r>
          </a:p>
          <a:p>
            <a:r>
              <a:t>Timing: approximately 5:09.</a:t>
            </a:r>
          </a:p>
          <a:p>
            <a:r>
              <a:t>Slide 7 — Three-Sentence Structure.</a:t>
            </a:r>
          </a:p>
          <a:p>
            <a:r>
              <a:t>Cue — the line that lands on this slide: “Not why the last move happened.”</a:t>
            </a:r>
          </a:p>
          <a:p>
            <a:r>
              <a:t>The three sentence stems together for the first time. Reveal in order.</a:t>
            </a:r>
          </a:p>
          <a:p>
            <a:r>
              <a:t>“Say it in about forty seconds, and then stop talking.” The stopping is teaching, not a throwaway. Give it a beat.</a:t>
            </a:r>
          </a:p>
          <a:p>
            <a:r>
              <a:t>Reveal states: 3. Reveal frame 18–20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8.</a:t>
            </a:r>
          </a:p>
          <a:p>
            <a:r>
              <a:t>Timing: approximately 5:57.</a:t>
            </a:r>
          </a:p>
          <a:p>
            <a:r>
              <a:t>Slide 8 — Do Not Invent a Perfect Plan.</a:t>
            </a:r>
          </a:p>
          <a:p>
            <a:r>
              <a:t>Cue — the line that lands on this slide: “Now the honesty boundary, because this is where it goes wrong.”</a:t>
            </a:r>
          </a:p>
          <a:p>
            <a:r>
              <a:t>The honesty boundary in full, and the most important slide in the video.</a:t>
            </a:r>
          </a:p>
          <a:p>
            <a:r>
              <a:t>Do not claim every move was intentional. Do not claim everything transferred. Both are said out loud, and both must stay.</a:t>
            </a:r>
          </a:p>
          <a:p>
            <a:r>
              <a:t>APPROVED RELEARNING FACTS: went back to school; prepared for a professional certification and did not pass it first time. No further detail, no employer, no dates beyond December 2008.</a:t>
            </a:r>
          </a:p>
          <a:p>
            <a:r>
              <a:t>Nothing in the edit may make a nonlinear career look like a failure.</a:t>
            </a:r>
          </a:p>
          <a:p>
            <a:r>
              <a:t>Single state. Reveal frame 21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9.</a:t>
            </a:r>
          </a:p>
          <a:p>
            <a:r>
              <a:t>Timing: approximately 7:00.</a:t>
            </a:r>
          </a:p>
          <a:p>
            <a:r>
              <a:t>Slide 9 — Explanation Test.</a:t>
            </a:r>
          </a:p>
          <a:p>
            <a:r>
              <a:t>Cue — the line that lands on this slide: “Here is how to test it before you need it.”</a:t>
            </a:r>
          </a:p>
          <a:p>
            <a:r>
              <a:t>The test: say the three sentences out loud to someone outside your field, then ask what they think you are good at.</a:t>
            </a:r>
          </a:p>
          <a:p>
            <a:r>
              <a:t>Reveal the two possible answers — a list of industries, or a kind of problem.</a:t>
            </a:r>
          </a:p>
          <a:p>
            <a:r>
              <a:t>THE IDENTITY EXIT sits at the end of this slide: describing a career that did not go in a straight line without apologising for it, and without inventing a plan you were never running. It is the point of the video. If the edit runs long, cut something else.</a:t>
            </a:r>
          </a:p>
          <a:p>
            <a:r>
              <a:t>Reveal states: 3. Reveal frame 22–24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9.</a:t>
            </a:r>
          </a:p>
          <a:p>
            <a:r>
              <a:t>Timing: approximately 7:00.</a:t>
            </a:r>
          </a:p>
          <a:p>
            <a:r>
              <a:t>Slide 9 — Explanation Test.</a:t>
            </a:r>
          </a:p>
          <a:p>
            <a:r>
              <a:t>Cue — the line that lands on this slide: “Here is how to test it before you need it.”</a:t>
            </a:r>
          </a:p>
          <a:p>
            <a:r>
              <a:t>The test: say the three sentences out loud to someone outside your field, then ask what they think you are good at.</a:t>
            </a:r>
          </a:p>
          <a:p>
            <a:r>
              <a:t>Reveal the two possible answers — a list of industries, or a kind of problem.</a:t>
            </a:r>
          </a:p>
          <a:p>
            <a:r>
              <a:t>THE IDENTITY EXIT sits at the end of this slide: describing a career that did not go in a straight line without apologising for it, and without inventing a plan you were never running. It is the point of the video. If the edit runs long, cut something else.</a:t>
            </a:r>
          </a:p>
          <a:p>
            <a:r>
              <a:t>Reveal states: 3. Reveal frame 22–24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9.</a:t>
            </a:r>
          </a:p>
          <a:p>
            <a:r>
              <a:t>Timing: approximately 7:00.</a:t>
            </a:r>
          </a:p>
          <a:p>
            <a:r>
              <a:t>Slide 9 — Explanation Test.</a:t>
            </a:r>
          </a:p>
          <a:p>
            <a:r>
              <a:t>Cue — the line that lands on this slide: “Here is how to test it before you need it.”</a:t>
            </a:r>
          </a:p>
          <a:p>
            <a:r>
              <a:t>The test: say the three sentences out loud to someone outside your field, then ask what they think you are good at.</a:t>
            </a:r>
          </a:p>
          <a:p>
            <a:r>
              <a:t>Reveal the two possible answers — a list of industries, or a kind of problem.</a:t>
            </a:r>
          </a:p>
          <a:p>
            <a:r>
              <a:t>THE IDENTITY EXIT sits at the end of this slide: describing a career that did not go in a straight line without apologising for it, and without inventing a plan you were never running. It is the point of the video. If the edit runs long, cut something else.</a:t>
            </a:r>
          </a:p>
          <a:p>
            <a:r>
              <a:t>Reveal states: 3. Reveal frame 22–24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10.</a:t>
            </a:r>
          </a:p>
          <a:p>
            <a:r>
              <a:t>Timing: approximately 8:17.</a:t>
            </a:r>
          </a:p>
          <a:p>
            <a:r>
              <a:t>Slide 10 — Career Evidence Starter.</a:t>
            </a:r>
          </a:p>
          <a:p>
            <a:r>
              <a:t>Cue — the line that lands on this slide: “Sentence two is the hard one, and it goes much better when you have real evidence in front of you instead of trying to remember.”</a:t>
            </a:r>
          </a:p>
          <a:p>
            <a:r>
              <a:t>Show the REAL Career Evidence Starter artifact briefly. Use the public landing-page URL only — do not expose a direct PDF link.</a:t>
            </a:r>
          </a:p>
          <a:p>
            <a:r>
              <a:t>The Starter is the only CTA in this video. Keep the Proof is NOT restored. Do not add the Field Kit.</a:t>
            </a:r>
          </a:p>
          <a:p>
            <a:r>
              <a:t>Single state. Reveal frame 25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11.</a:t>
            </a:r>
          </a:p>
          <a:p>
            <a:r>
              <a:t>Timing: approximately 8:45.</a:t>
            </a:r>
          </a:p>
          <a:p>
            <a:r>
              <a:t>Slide 11 — Watch Next.</a:t>
            </a:r>
          </a:p>
          <a:p>
            <a:r>
              <a:t>Cue — the line that lands on this slide: “And there is a version of this question that arrives before you ever explain anything to an outsider.”</a:t>
            </a:r>
          </a:p>
          <a:p>
            <a:r>
              <a:t>The Video 5 route. Card reads “Should I Make an Internal Move? 3 Questions to Decide”.</a:t>
            </a:r>
          </a:p>
          <a:p>
            <a:r>
              <a:t>Sign off clean on the last two lines. No music sting.</a:t>
            </a:r>
          </a:p>
          <a:p>
            <a:r>
              <a:t>Single state. Reveal frame 26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