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3:35.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orient the listener, do not defend every decision or</a:t>
            </a:r>
          </a:p>
          <a:p>
            <a:r>
              <a:t>recite every position. Enough chronology to establish the shape of the path,</a:t>
            </a:r>
          </a:p>
          <a:p>
            <a:r>
              <a:t>short enough that there is room left to explain what the chapters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7:35.</a:t>
            </a:r>
          </a:p>
          <a:p/>
          <a:p>
            <a:r>
              <a:t>Use this slide full screen briefly, then return to Temidayo.</a:t>
            </a:r>
          </a:p>
          <a:p/>
          <a:p>
            <a:r>
              <a:t>Coherence is not the same as claiming every move was strategic. A truthful</a:t>
            </a:r>
          </a:p>
          <a:p>
            <a:r>
              <a:t>explanation can include interruption and redirection. The goal is not to make</a:t>
            </a:r>
          </a:p>
          <a:p>
            <a:r>
              <a:t>the career look linear. The goal is to make the formation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8:38.</a:t>
            </a:r>
          </a:p>
          <a:p/>
          <a:p>
            <a:r>
              <a:t>Simple CTA card. No competing offer on screen.</a:t>
            </a:r>
          </a:p>
          <a:p/>
          <a:p>
            <a:r>
              <a:t>Keep the Proof does not decide the next move. It preserves what will be needed</a:t>
            </a:r>
          </a:p>
          <a:p>
            <a:r>
              <a:t>to explain the value once the context changes.</a:t>
            </a:r>
          </a:p>
          <a:p/>
          <a:p>
            <a:r>
              <a:t>ROUTE CHECK: temidayoafonja.com/keep-the-proof must resolve before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Watch next: Should I Make an Internal Move? 3 Questions to Decide.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your career does not need to look linear to be coherent, but you</a:t>
            </a:r>
          </a:p>
          <a:p>
            <a:r>
              <a:t>do have to make the continuity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A 60-Minute Career Evidence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