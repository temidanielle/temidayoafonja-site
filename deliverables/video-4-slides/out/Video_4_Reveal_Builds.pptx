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4 — main slide 1.</a:t>
            </a:r>
          </a:p>
          <a:p>
            <a:r>
              <a:t>Timing: approximately 0:48 to 1:35.</a:t>
            </a:r>
          </a:p>
          <a:p>
            <a:r>
              <a:t>Do NOT open on this slide. Begin full-screen on Temidayo and let the opening land: the viewer's CV making sense only to them, the exact moment halfway into the second job when it stops landing, the cat-with-nine-lives joke, "the career was not the problem, the explanation was", and the offer.</a:t>
            </a:r>
          </a:p>
          <a:p>
            <a:r>
              <a:t>FACTUAL BOUNDARY: the joke is the entire approved fact. A senior-manager friend at EY used to joke it. Do not invent the original conversation, do not script the friend's words, and use NO CAT IMAGERY anywhere — edit, graphic or thumbnail.</a:t>
            </a:r>
          </a:p>
          <a:p>
            <a:r>
              <a:t>The chronology lives on the slide. Temidayo does not read it: "The slide has the chapters, so I am not going to read them to you."</a:t>
            </a:r>
          </a:p>
          <a:p>
            <a:r>
              <a:t>What she does instead is confess the old habit — listing the jobs and handing the listener a pile of parts. That admission earns the method. Keep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4 — main slide 1.</a:t>
            </a:r>
          </a:p>
          <a:p>
            <a:r>
              <a:t>Timing: approximately 0:48 to 1:35.</a:t>
            </a:r>
          </a:p>
          <a:p>
            <a:r>
              <a:t>Do NOT open on this slide. Begin full-screen on Temidayo and let the opening land: the viewer's CV making sense only to them, the exact moment halfway into the second job when it stops landing, the cat-with-nine-lives joke, "the career was not the problem, the explanation was", and the offer.</a:t>
            </a:r>
          </a:p>
          <a:p>
            <a:r>
              <a:t>FACTUAL BOUNDARY: the joke is the entire approved fact. A senior-manager friend at EY used to joke it. Do not invent the original conversation, do not script the friend's words, and use NO CAT IMAGERY anywhere — edit, graphic or thumbnail.</a:t>
            </a:r>
          </a:p>
          <a:p>
            <a:r>
              <a:t>The chronology lives on the slide. Temidayo does not read it: "The slide has the chapters, so I am not going to read them to you."</a:t>
            </a:r>
          </a:p>
          <a:p>
            <a:r>
              <a:t>What she does instead is confess the old habit — listing the jobs and handing the listener a pile of parts. That admission earns the method. Keep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4 — main slide 1.</a:t>
            </a:r>
          </a:p>
          <a:p>
            <a:r>
              <a:t>Timing: approximately 0:48 to 1:35.</a:t>
            </a:r>
          </a:p>
          <a:p>
            <a:r>
              <a:t>Do NOT open on this slide. Begin full-screen on Temidayo and let the opening land: the viewer's CV making sense only to them, the exact moment halfway into the second job when it stops landing, the cat-with-nine-lives joke, "the career was not the problem, the explanation was", and the offer.</a:t>
            </a:r>
          </a:p>
          <a:p>
            <a:r>
              <a:t>FACTUAL BOUNDARY: the joke is the entire approved fact. A senior-manager friend at EY used to joke it. Do not invent the original conversation, do not script the friend's words, and use NO CAT IMAGERY anywhere — edit, graphic or thumbnail.</a:t>
            </a:r>
          </a:p>
          <a:p>
            <a:r>
              <a:t>The chronology lives on the slide. Temidayo does not read it: "The slide has the chapters, so I am not going to read them to you."</a:t>
            </a:r>
          </a:p>
          <a:p>
            <a:r>
              <a:t>What she does instead is confess the old habit — listing the jobs and handing the listener a pile of parts. That admission earns the method. Keep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4 of 4 — main slide 1.</a:t>
            </a:r>
          </a:p>
          <a:p>
            <a:r>
              <a:t>Timing: approximately 0:48 to 1:35.</a:t>
            </a:r>
          </a:p>
          <a:p>
            <a:r>
              <a:t>Do NOT open on this slide. Begin full-screen on Temidayo and let the opening land: the viewer's CV making sense only to them, the exact moment halfway into the second job when it stops landing, the cat-with-nine-lives joke, "the career was not the problem, the explanation was", and the offer.</a:t>
            </a:r>
          </a:p>
          <a:p>
            <a:r>
              <a:t>FACTUAL BOUNDARY: the joke is the entire approved fact. A senior-manager friend at EY used to joke it. Do not invent the original conversation, do not script the friend's words, and use NO CAT IMAGERY anywhere — edit, graphic or thumbnail.</a:t>
            </a:r>
          </a:p>
          <a:p>
            <a:r>
              <a:t>The chronology lives on the slide. Temidayo does not read it: "The slide has the chapters, so I am not going to read them to you."</a:t>
            </a:r>
          </a:p>
          <a:p>
            <a:r>
              <a:t>What she does instead is confess the old habit — listing the jobs and handing the listener a pile of parts. That admission earns the method. Keep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2 — main slide 2.</a:t>
            </a:r>
          </a:p>
          <a:p>
            <a:r>
              <a:t>Timing: approximately 1:35.</a:t>
            </a:r>
          </a:p>
          <a:p>
            <a:r>
              <a:t>The central distinction. Reveal the second half after the first has landed.</a:t>
            </a:r>
          </a:p>
          <a:p>
            <a:r>
              <a:t>The straight-line versus non-straight-line explanation is the mechanism of the whole video: for a nonlinear path, a chronology actively works against you, because every jump is one more thing the listener has to explain to themselves.</a:t>
            </a:r>
          </a:p>
          <a:p>
            <a:r>
              <a:t>Restrained treatment. No résumé-scroll animation, no timeline gag.</a:t>
            </a:r>
          </a:p>
          <a:p>
            <a:r>
              <a:t>Close on the instruction, then the coaching turn: "There are three parts to it. I want to walk you through each one."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2 — main slide 2.</a:t>
            </a:r>
          </a:p>
          <a:p>
            <a:r>
              <a:t>Timing: approximately 1:35.</a:t>
            </a:r>
          </a:p>
          <a:p>
            <a:r>
              <a:t>The central distinction. Reveal the second half after the first has landed.</a:t>
            </a:r>
          </a:p>
          <a:p>
            <a:r>
              <a:t>The straight-line versus non-straight-line explanation is the mechanism of the whole video: for a nonlinear path, a chronology actively works against you, because every jump is one more thing the listener has to explain to themselves.</a:t>
            </a:r>
          </a:p>
          <a:p>
            <a:r>
              <a:t>Restrained treatment. No résumé-scroll animation, no timeline gag.</a:t>
            </a:r>
          </a:p>
          <a:p>
            <a:r>
              <a:t>Close on the instruction, then the coaching turn: "There are three parts to it. I want to walk you through each one."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3.</a:t>
            </a:r>
          </a:p>
          <a:p>
            <a:r>
              <a:t>Timing: approximately 2:28.</a:t>
            </a:r>
          </a:p>
          <a:p>
            <a:r>
              <a:t>Reveal the cues as she names them.</a:t>
            </a:r>
          </a:p>
          <a:p>
            <a:r>
              <a:t>"Your first sentence has one job: orientation. Not defence." Do not cut it.</a:t>
            </a:r>
          </a:p>
          <a:p>
            <a:r>
              <a:t>The December 2008 context stays exactly as spoken — accounting degree, financial crisis, took the door that was open, not a designed plan. Nothing is added.</a:t>
            </a:r>
          </a:p>
          <a:p>
            <a:r>
              <a:t>Close on the honesty line: a career story does not become coherent by pretending every move was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5 — main slide 4.</a:t>
            </a:r>
          </a:p>
          <a:p>
            <a:r>
              <a:t>Timing: approximately 3:26, holding to about 3:56.</a:t>
            </a:r>
          </a:p>
          <a:p>
            <a:r>
              <a:t>Reveal NOTICE • TRANSLATE • BUILD • DECIDE as the questions arrive.</a:t>
            </a:r>
          </a:p>
          <a:p>
            <a:r>
              <a:t>"In your second sentence, I want you to look under the labels." That is the coaching bridge into the section.</a:t>
            </a:r>
          </a:p>
          <a:p>
            <a:r>
              <a:t>Four questions, one at a time. Do not stack them into a single graphic.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5 — main slide 4.</a:t>
            </a:r>
          </a:p>
          <a:p>
            <a:r>
              <a:t>Timing: approximately 3:26, holding to about 3:56.</a:t>
            </a:r>
          </a:p>
          <a:p>
            <a:r>
              <a:t>Reveal NOTICE • TRANSLATE • BUILD • DECIDE as the questions arrive.</a:t>
            </a:r>
          </a:p>
          <a:p>
            <a:r>
              <a:t>"In your second sentence, I want you to look under the labels." That is the coaching bridge into the section.</a:t>
            </a:r>
          </a:p>
          <a:p>
            <a:r>
              <a:t>Four questions, one at a time. Do not stack them into a single graphic.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5 — main slide 4.</a:t>
            </a:r>
          </a:p>
          <a:p>
            <a:r>
              <a:t>Timing: approximately 3:26, holding to about 3:56.</a:t>
            </a:r>
          </a:p>
          <a:p>
            <a:r>
              <a:t>Reveal NOTICE • TRANSLATE • BUILD • DECIDE as the questions arrive.</a:t>
            </a:r>
          </a:p>
          <a:p>
            <a:r>
              <a:t>"In your second sentence, I want you to look under the labels." That is the coaching bridge into the section.</a:t>
            </a:r>
          </a:p>
          <a:p>
            <a:r>
              <a:t>Four questions, one at a time. Do not stack them into a single graphic.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4 of 5 — main slide 4.</a:t>
            </a:r>
          </a:p>
          <a:p>
            <a:r>
              <a:t>Timing: approximately 3:26, holding to about 3:56.</a:t>
            </a:r>
          </a:p>
          <a:p>
            <a:r>
              <a:t>Reveal NOTICE • TRANSLATE • BUILD • DECIDE as the questions arrive.</a:t>
            </a:r>
          </a:p>
          <a:p>
            <a:r>
              <a:t>"In your second sentence, I want you to look under the labels." That is the coaching bridge into the section.</a:t>
            </a:r>
          </a:p>
          <a:p>
            <a:r>
              <a:t>Four questions, one at a time. Do not stack them into a single graphic.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5 of 5 — main slide 4.</a:t>
            </a:r>
          </a:p>
          <a:p>
            <a:r>
              <a:t>Timing: approximately 3:26, holding to about 3:56.</a:t>
            </a:r>
          </a:p>
          <a:p>
            <a:r>
              <a:t>Reveal NOTICE • TRANSLATE • BUILD • DECIDE as the questions arrive.</a:t>
            </a:r>
          </a:p>
          <a:p>
            <a:r>
              <a:t>"In your second sentence, I want you to look under the labels." That is the coaching bridge into the section.</a:t>
            </a:r>
          </a:p>
          <a:p>
            <a:r>
              <a:t>Four questions, one at a time. Do not stack them into a single graphic.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2 — main slide 5.</a:t>
            </a:r>
          </a:p>
          <a:p>
            <a:r>
              <a:t>Timing: approximately 3:56.</a:t>
            </a:r>
          </a:p>
          <a:p>
            <a:r>
              <a:t>Show the three nouns first, then the verb question.</a:t>
            </a:r>
          </a:p>
          <a:p>
            <a:r>
              <a:t>Her own verbs — examine, translate, connect, build — are her evidence, not a template for the viewer.</a:t>
            </a:r>
          </a:p>
          <a:p>
            <a:r>
              <a:t>The script is explicit that accounting, cybersecurity and people strategy are NOT the same profession, and that she would not force a connection the evidence does not support. In v5.0 that is turned to the viewer as well: "and I do not want you to either. A forced story is worse than a messy one, because the person listening can feel it." Do not cut either half.</a:t>
            </a:r>
          </a:p>
          <a:p>
            <a:r>
              <a:t>Close on the rule: a portable capability is not a word you like the sound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2 — main slide 5.</a:t>
            </a:r>
          </a:p>
          <a:p>
            <a:r>
              <a:t>Timing: approximately 3:56.</a:t>
            </a:r>
          </a:p>
          <a:p>
            <a:r>
              <a:t>Show the three nouns first, then the verb question.</a:t>
            </a:r>
          </a:p>
          <a:p>
            <a:r>
              <a:t>Her own verbs — examine, translate, connect, build — are her evidence, not a template for the viewer.</a:t>
            </a:r>
          </a:p>
          <a:p>
            <a:r>
              <a:t>The script is explicit that accounting, cybersecurity and people strategy are NOT the same profession, and that she would not force a connection the evidence does not support. In v5.0 that is turned to the viewer as well: "and I do not want you to either. A forced story is worse than a messy one, because the person listening can feel it." Do not cut either half.</a:t>
            </a:r>
          </a:p>
          <a:p>
            <a:r>
              <a:t>Close on the rule: a portable capability is not a word you like the sound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3 — main slide 6.</a:t>
            </a:r>
          </a:p>
          <a:p>
            <a:r>
              <a:t>Timing: approximately 5:28, holding to about 5:49.</a:t>
            </a:r>
          </a:p>
          <a:p>
            <a:r>
              <a:t>Reveal PAST CHAPTERS → REPEATED CAPABILITY → NEXT VALUE.</a:t>
            </a:r>
          </a:p>
          <a:p>
            <a:r>
              <a:t>You are not proving the next move was inevitable. You are making the connection possible to hear. That distinction is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3 — main slide 6.</a:t>
            </a:r>
          </a:p>
          <a:p>
            <a:r>
              <a:t>Timing: approximately 5:28, holding to about 5:49.</a:t>
            </a:r>
          </a:p>
          <a:p>
            <a:r>
              <a:t>Reveal PAST CHAPTERS → REPEATED CAPABILITY → NEXT VALUE.</a:t>
            </a:r>
          </a:p>
          <a:p>
            <a:r>
              <a:t>You are not proving the next move was inevitable. You are making the connection possible to hear. That distinction is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3 — main slide 6.</a:t>
            </a:r>
          </a:p>
          <a:p>
            <a:r>
              <a:t>Timing: approximately 5:28, holding to about 5:49.</a:t>
            </a:r>
          </a:p>
          <a:p>
            <a:r>
              <a:t>Reveal PAST CHAPTERS → REPEATED CAPABILITY → NEXT VALUE.</a:t>
            </a:r>
          </a:p>
          <a:p>
            <a:r>
              <a:t>You are not proving the next move was inevitable. You are making the connection possible to hear. That distinction is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3 — main slide 7.</a:t>
            </a:r>
          </a:p>
          <a:p>
            <a:r>
              <a:t>Timing: approximately 5:49.</a:t>
            </a:r>
          </a:p>
          <a:p>
            <a:r>
              <a:t>Reveal the three stems one at a time.</a:t>
            </a:r>
          </a:p>
          <a:p>
            <a:r>
              <a:t>"The third sentence is doing the real work. It is where the past stops being a list and starts pointing somewhere." That is spoken coaching, not a caption.</a:t>
            </a:r>
          </a:p>
          <a:p>
            <a:r>
              <a:t>Her worked example is hers. Then the three denials: not the same chapters, not planned, not everything transferred. All three are load-bearing and must not be trimmed for pace.</a:t>
            </a:r>
          </a:p>
          <a:p>
            <a:r>
              <a:t>Close on the hand-off: "Now try the same three sentences on your own career. Out loud, not in your head." The out-loud instruction is deliberate — it is how the viewer finds the sentence they cannot finish.</a:t>
            </a:r>
          </a:p>
          <a:p>
            <a:r>
              <a:t>This is the only memory device in the video. Do not add CAR or the 3 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3 — main slide 7.</a:t>
            </a:r>
          </a:p>
          <a:p>
            <a:r>
              <a:t>Timing: approximately 5:49.</a:t>
            </a:r>
          </a:p>
          <a:p>
            <a:r>
              <a:t>Reveal the three stems one at a time.</a:t>
            </a:r>
          </a:p>
          <a:p>
            <a:r>
              <a:t>"The third sentence is doing the real work. It is where the past stops being a list and starts pointing somewhere." That is spoken coaching, not a caption.</a:t>
            </a:r>
          </a:p>
          <a:p>
            <a:r>
              <a:t>Her worked example is hers. Then the three denials: not the same chapters, not planned, not everything transferred. All three are load-bearing and must not be trimmed for pace.</a:t>
            </a:r>
          </a:p>
          <a:p>
            <a:r>
              <a:t>Close on the hand-off: "Now try the same three sentences on your own career. Out loud, not in your head." The out-loud instruction is deliberate — it is how the viewer finds the sentence they cannot finish.</a:t>
            </a:r>
          </a:p>
          <a:p>
            <a:r>
              <a:t>This is the only memory device in the video. Do not add CAR or the 3 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3 — main slide 7.</a:t>
            </a:r>
          </a:p>
          <a:p>
            <a:r>
              <a:t>Timing: approximately 5:49.</a:t>
            </a:r>
          </a:p>
          <a:p>
            <a:r>
              <a:t>Reveal the three stems one at a time.</a:t>
            </a:r>
          </a:p>
          <a:p>
            <a:r>
              <a:t>"The third sentence is doing the real work. It is where the past stops being a list and starts pointing somewhere." That is spoken coaching, not a caption.</a:t>
            </a:r>
          </a:p>
          <a:p>
            <a:r>
              <a:t>Her worked example is hers. Then the three denials: not the same chapters, not planned, not everything transferred. All three are load-bearing and must not be trimmed for pace.</a:t>
            </a:r>
          </a:p>
          <a:p>
            <a:r>
              <a:t>Close on the hand-off: "Now try the same three sentences on your own career. Out loud, not in your head." The out-loud instruction is deliberate — it is how the viewer finds the sentence they cannot finish.</a:t>
            </a:r>
          </a:p>
          <a:p>
            <a:r>
              <a:t>This is the only memory device in the video. Do not add CAR or the 3 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8.</a:t>
            </a:r>
          </a:p>
          <a:p>
            <a:r>
              <a:t>Timing: approximately 7:05.</a:t>
            </a:r>
          </a:p>
          <a:p>
            <a:r>
              <a:t>The honesty test, and the reason the video is credible. Give it room.</a:t>
            </a:r>
          </a:p>
          <a:p>
            <a:r>
              <a:t>"And here is what I would not do." She takes the risk first, then hands the viewer the standard.</a:t>
            </a:r>
          </a:p>
          <a:p>
            <a:r>
              <a:t>Markets, caregiving, health, money, restructures and unpredicted opportunity are all named as legitimate. Interruption, redirection and relearning all belong in a truthful explanation.</a:t>
            </a:r>
          </a:p>
          <a:p>
            <a:r>
              <a:t>"If one of your chapters does not fit a tidy progression, leave it untidy." Let that land — it is the permission the viewer came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3 — main slide 9.</a:t>
            </a:r>
          </a:p>
          <a:p>
            <a:r>
              <a:t>Timing: approximately 8:03.</a:t>
            </a:r>
          </a:p>
          <a:p>
            <a:r>
              <a:t>Reveal the three test questions, then the evidence challenges.</a:t>
            </a:r>
          </a:p>
          <a:p>
            <a:r>
              <a:t>The three "if you say…" lines are the sharpest moment in the video, and the follow-up "who disagreed first" is the one that makes it real. Do not soften them or bury them under a graphic.</a:t>
            </a:r>
          </a:p>
          <a:p>
            <a:r>
              <a:t>Then the written exercise, with the PERMITTED evidence qualifier intact.</a:t>
            </a:r>
          </a:p>
          <a:p>
            <a:r>
              <a:t>Then the honest limits: this will not make a hiring manager say yes, fix a market, make a change easy, or remove the relearning. What it removes is the part where the viewer's own experience works against them in the room.</a:t>
            </a:r>
          </a:p>
          <a:p>
            <a:r>
              <a:t>IDENTITY EXIT, at about 9:31: "I want you to stop apologising for a career that actually makes sense — and to be able to say what it built, plainly, without inventing a plan you never had."</a:t>
            </a:r>
          </a:p>
          <a:p>
            <a:r>
              <a:t>That is the point of the video. If the edit runs long, cut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3 — main slide 9.</a:t>
            </a:r>
          </a:p>
          <a:p>
            <a:r>
              <a:t>Timing: approximately 8:03.</a:t>
            </a:r>
          </a:p>
          <a:p>
            <a:r>
              <a:t>Reveal the three test questions, then the evidence challenges.</a:t>
            </a:r>
          </a:p>
          <a:p>
            <a:r>
              <a:t>The three "if you say…" lines are the sharpest moment in the video, and the follow-up "who disagreed first" is the one that makes it real. Do not soften them or bury them under a graphic.</a:t>
            </a:r>
          </a:p>
          <a:p>
            <a:r>
              <a:t>Then the written exercise, with the PERMITTED evidence qualifier intact.</a:t>
            </a:r>
          </a:p>
          <a:p>
            <a:r>
              <a:t>Then the honest limits: this will not make a hiring manager say yes, fix a market, make a change easy, or remove the relearning. What it removes is the part where the viewer's own experience works against them in the room.</a:t>
            </a:r>
          </a:p>
          <a:p>
            <a:r>
              <a:t>IDENTITY EXIT, at about 9:31: "I want you to stop apologising for a career that actually makes sense — and to be able to say what it built, plainly, without inventing a plan you never had."</a:t>
            </a:r>
          </a:p>
          <a:p>
            <a:r>
              <a:t>That is the point of the video. If the edit runs long, cut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3 — main slide 9.</a:t>
            </a:r>
          </a:p>
          <a:p>
            <a:r>
              <a:t>Timing: approximately 8:03.</a:t>
            </a:r>
          </a:p>
          <a:p>
            <a:r>
              <a:t>Reveal the three test questions, then the evidence challenges.</a:t>
            </a:r>
          </a:p>
          <a:p>
            <a:r>
              <a:t>The three "if you say…" lines are the sharpest moment in the video, and the follow-up "who disagreed first" is the one that makes it real. Do not soften them or bury them under a graphic.</a:t>
            </a:r>
          </a:p>
          <a:p>
            <a:r>
              <a:t>Then the written exercise, with the PERMITTED evidence qualifier intact.</a:t>
            </a:r>
          </a:p>
          <a:p>
            <a:r>
              <a:t>Then the honest limits: this will not make a hiring manager say yes, fix a market, make a change easy, or remove the relearning. What it removes is the part where the viewer's own experience works against them in the room.</a:t>
            </a:r>
          </a:p>
          <a:p>
            <a:r>
              <a:t>IDENTITY EXIT, at about 9:31: "I want you to stop apologising for a career that actually makes sense — and to be able to say what it built, plainly, without inventing a plan you never had."</a:t>
            </a:r>
          </a:p>
          <a:p>
            <a:r>
              <a:t>That is the point of the video. If the edit runs long, cut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10.</a:t>
            </a:r>
          </a:p>
          <a:p>
            <a:r>
              <a:t>Timing: approximately 9:50.</a:t>
            </a:r>
          </a:p>
          <a:p>
            <a:r>
              <a:t>Calm and brief. The only invitation in the video, and it is the FREE Career Evidence Starter — not Keep the Proof, not the Field Kit.</a:t>
            </a:r>
          </a:p>
          <a:p>
            <a:r>
              <a:t>It lands AFTER the identity bridge. Keep that order.</a:t>
            </a:r>
          </a:p>
          <a:p>
            <a:r>
              <a:t>Show the real Starter artwork. Direct public landing-page URL only — no PDF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11.</a:t>
            </a:r>
          </a:p>
          <a:p>
            <a:r>
              <a:t>Timing: approximately 10:11 to the end, about 10:40.</a:t>
            </a:r>
          </a:p>
          <a:p>
            <a:r>
              <a:t>The card reads "Should I Make an Internal Move? 3 Questions to Decide" with the playlist line — the locked Video 5 title, matching what Temidayo says.</a:t>
            </a:r>
          </a:p>
          <a:p>
            <a:r>
              <a:t>Closing lines: "Your career does not have to look linear to make sense. But somebody has to be able to hear it." Stay on her for both.</a:t>
            </a:r>
          </a:p>
          <a:p>
            <a:r>
              <a:t>Do not summarize the video again.</a:t>
            </a:r>
          </a:p>
          <a:p>
            <a:r>
              <a:t>The right side of the frame is left open for the YouTube linked-video end-screen element. Hold the final frame for at least 12 seconds. Do not leave Subscribe as the only end-screen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34544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34544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0005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317625" y="42608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0800" y="44450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ENTERPRISE TRANSFORMATION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0800" y="54356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0800" y="5715000"/>
            <a:ext cx="9906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 spc="15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TITLES CHANGED. THE CAPABILITY KEPT ACCUMULATING.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4750" y="2159000"/>
            <a:ext cx="5080000" cy="2413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2625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826250" y="33147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25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traveled with you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THE CHAPTERS — BRIEFLY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2984500"/>
            <a:ext cx="9906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Roles • Functions •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5941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898900"/>
            <a:ext cx="9906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sentence, not a defense.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41910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4521200"/>
            <a:ext cx="10160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did people repeatedly trust you to carry?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479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083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479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083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810000"/>
            <a:ext cx="889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191000"/>
            <a:ext cx="102870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you notice, decide, solve,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influence or change?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41783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41783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6863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1317625" y="4921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0800" y="51054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NEXT VALUE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51000" y="28829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51000" y="28829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1148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51000" y="39751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That is why I am now focused on…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32000"/>
            <a:ext cx="10160000" cy="1250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INVENT</a:t>
            </a:r>
            <a:br/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PERFECT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8481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910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Name the constraint, experiment or redirection.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Explain what became clearer.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8000" y="29083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8000" y="29083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1148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8000" y="40386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there evidence behind each verb?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62200"/>
            <a:ext cx="9525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1750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3530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ONE ACCOMPLISHMENT → ONE PORTABLE PROOF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81500"/>
            <a:ext cx="99060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080000"/>
            <a:ext cx="64135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Should I Make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 Internal Move?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3 Questions to Decide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