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3:35.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orient the listener, do not defend every decision or</a:t>
            </a:r>
          </a:p>
          <a:p>
            <a:r>
              <a:t>recite every position. Enough chronology to establish the shape of the path,</a:t>
            </a:r>
          </a:p>
          <a:p>
            <a:r>
              <a:t>short enough that there is room left to explain what the chapters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7:35.</a:t>
            </a:r>
          </a:p>
          <a:p/>
          <a:p>
            <a:r>
              <a:t>Use this slide full screen briefly, then return to Temidayo.</a:t>
            </a:r>
          </a:p>
          <a:p/>
          <a:p>
            <a:r>
              <a:t>Coherence is not the same as claiming every move was strategic. A truthful</a:t>
            </a:r>
          </a:p>
          <a:p>
            <a:r>
              <a:t>explanation can include interruption and redirection. The goal is not to make</a:t>
            </a:r>
          </a:p>
          <a:p>
            <a:r>
              <a:t>the career look linear. The goal is to make the formation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8:38.</a:t>
            </a:r>
          </a:p>
          <a:p/>
          <a:p>
            <a:r>
              <a:t>Simple CTA card. No competing offer on screen.</a:t>
            </a:r>
          </a:p>
          <a:p/>
          <a:p>
            <a:r>
              <a:t>Keep the Proof does not decide the next move. It preserves what will be needed</a:t>
            </a:r>
          </a:p>
          <a:p>
            <a:r>
              <a:t>to explain the value once the context changes.</a:t>
            </a:r>
          </a:p>
          <a:p/>
          <a:p>
            <a:r>
              <a:t>ROUTE CHECK: temidayoafonja.com/keep-the-proof must resolve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your career does not need to look linear to be coherent, but you</a:t>
            </a:r>
          </a:p>
          <a:p>
            <a:r>
              <a:t>do have to make the continuity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1473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1473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0800" y="24638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1473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0800" y="24638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0800" y="34544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1473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0800" y="24638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0800" y="34544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0800" y="444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70000" y="5473700"/>
            <a:ext cx="1905000" cy="190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0000" y="57150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17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6500" y="27305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6500" y="36449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6500" y="27305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6500" y="36449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26250" y="27305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26250" y="36449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9845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8989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45212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2479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29083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2479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29083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91000"/>
            <a:ext cx="1028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0800" y="3251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0800" y="3251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41783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0800" y="3251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41783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51054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17907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17907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51000" y="28829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17907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51000" y="28829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51000" y="39751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032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8542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8000" y="1778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8542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8000" y="1778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845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8000" y="29083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8542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8000" y="1778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845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8000" y="29083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148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8000" y="40386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2362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5306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60-Minute Career Evidence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91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0066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TO KNOW IF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 IS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RIGHT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3561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Playlist: Career Portability: Career Pivots,</a:t>
            </a:r>
            <a:br/>
            <a:r>
              <a:rPr sz="16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