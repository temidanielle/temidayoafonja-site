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01_The_Chapters_The_Titles_Changed.png</a:t>
            </a:r>
          </a:p>
          <a:p/>
          <a:p>
            <a:r>
              <a:t>Script match: "Accounting and audit. Then cybersecurity and privacy. Then people and employee experience. Then enterprise transformation."</a:t>
            </a:r>
          </a:p>
          <a:p/>
          <a:p>
            <a:r>
              <a:t>Purpose: Lets the viewer see the chapters while I say them, so the story does not have to be held by ear.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02_Chronology_Vs_Portability.png</a:t>
            </a:r>
          </a:p>
          <a:p/>
          <a:p>
            <a:r>
              <a:t>Script match: "Chronology is where you have been. Portability is what traveled with you. They are not the same thing."</a:t>
            </a:r>
          </a:p>
          <a:p/>
          <a:p>
            <a:r>
              <a:t>Purpose: Carries the distinction the rest of the video depends on.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03_Do_Not_Invent_The_Plan.png</a:t>
            </a:r>
          </a:p>
          <a:p/>
          <a:p>
            <a:r>
              <a:t>Script match: "We go back and invent the plan, a fifteen-year strategy that you were absolutely not running at the time. Do not do that."</a:t>
            </a:r>
          </a:p>
          <a:p/>
          <a:p>
            <a:r>
              <a:t>Purpose: Makes the single strongest warning in the video memorable.</a:t>
            </a:r>
          </a:p>
          <a:p>
            <a:r>
              <a:t>Display: Full screen</a:t>
            </a:r>
          </a:p>
          <a:p>
            <a:r>
              <a:t>Screen time: 4 to 6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04_The_Three_Sentences.png</a:t>
            </a:r>
          </a:p>
          <a:p/>
          <a:p>
            <a:r>
              <a:t>Script match: "Three sentences do that. Not a story. Three sentences."</a:t>
            </a:r>
          </a:p>
          <a:p/>
          <a:p>
            <a:r>
              <a:t>Purpose: Gives the viewer the actual template, which is the most reusable thing in the video.</a:t>
            </a:r>
          </a:p>
          <a:p>
            <a:r>
              <a:t>Display: Full screen</a:t>
            </a:r>
          </a:p>
          <a:p>
            <a:r>
              <a:t>Screen time: 8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05_Sentence_Two_Look_Past_The_Nouns.png</a:t>
            </a:r>
          </a:p>
          <a:p/>
          <a:p>
            <a:r>
              <a:t>Script match: "Look past the nouns. Underneath the industries and the job titles, what were you actually doing?"</a:t>
            </a:r>
          </a:p>
          <a:p/>
          <a:p>
            <a:r>
              <a:t>Purpose: Shows what to discard and what to look for, which is hard to hold by ear.</a:t>
            </a:r>
          </a:p>
          <a:p>
            <a:r>
              <a:t>Display: Full screen</a:t>
            </a:r>
          </a:p>
          <a:p>
            <a:r>
              <a:t>Screen time: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06_Two_Things_Not_To_Claim.png</a:t>
            </a:r>
          </a:p>
          <a:p/>
          <a:p>
            <a:r>
              <a:t>Script match: "Do not claim every move was intentional." through to "And do not claim that everything transferred, because it did not."</a:t>
            </a:r>
          </a:p>
          <a:p/>
          <a:p>
            <a:r>
              <a:t>Purpose: Holds both halves of the honesty boundary side by side.</a:t>
            </a:r>
          </a:p>
          <a:p>
            <a:r>
              <a:t>Display: Full screen</a:t>
            </a:r>
          </a:p>
          <a:p>
            <a:r>
              <a:t>Screen time: 7 to 9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07_The_Test_What_Am_I_Good_At.png</a:t>
            </a:r>
          </a:p>
          <a:p/>
          <a:p>
            <a:r>
              <a:t>Script match: "Then ask them one question. What do you think I am good at?"</a:t>
            </a:r>
          </a:p>
          <a:p/>
          <a:p>
            <a:r>
              <a:t>Purpose: Gives the viewer the test and how to read the answer in one frame.</a:t>
            </a:r>
          </a:p>
          <a:p>
            <a:r>
              <a:t>Display: Full screen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08_CTA_Career_Evidence_Starter.png</a:t>
            </a:r>
          </a:p>
          <a:p/>
          <a:p>
            <a:r>
              <a:t>Script match: "That is what the free Career Evidence Starter is for. About 10 to 15 focused minutes, one real accomplishment, turned into a proof line you can use."</a:t>
            </a:r>
          </a:p>
          <a:p/>
          <a:p>
            <a:r>
              <a:t>Purpose: Supports the CTA and shows the link while I say it.</a:t>
            </a:r>
          </a:p>
          <a:p>
            <a:r>
              <a:t>Display: CTA</a:t>
            </a:r>
          </a:p>
          <a:p>
            <a:r>
              <a:t>Screen time: 6 to 8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09_Watch_Next_Should_I_Make_An_Internal_Move.png</a:t>
            </a:r>
          </a:p>
          <a:p/>
          <a:p>
            <a:r>
              <a:t>Script match: "Watch Should I Make an Internal Move? 3 Questions to Decide next."</a:t>
            </a:r>
          </a:p>
          <a:p/>
          <a:p>
            <a:r>
              <a:t>Purpose: Supports the Watch Next ending, with the end-screen area kept clear.</a:t>
            </a:r>
          </a:p>
          <a:p>
            <a:r>
              <a:t>Display: Watch Next</a:t>
            </a:r>
          </a:p>
          <a:p>
            <a:r>
              <a:t>Screen time: 6 to 10 seconds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ROUGHLY EIGHTEEN YEARS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4746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177126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Accounting and audit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51396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43776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Cybersecurity and privacy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180461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104261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People and employee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3846957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4200" y="3770757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Enterprise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6000" y="4576953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The titles changed. The capability kept accumulating.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TWO DIFFERENT THINGS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01104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Chronology is not portability.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CHRONOLOGY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you have been.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929509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3145409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PORTABILITY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648837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traveled with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374515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Told as a list, every move sounds like a departure.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269665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Do not invent the plan.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" y="361461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3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It does not survive a follow-up question.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SENTENCES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244725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4200" y="2168525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My career has moved across...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868549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54200" y="2792349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Across those chapters, I kept being asked to...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492373"/>
            <a:ext cx="698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000" b="1" i="0" spc="7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54200" y="3416173"/>
            <a:ext cx="93218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That is why I am now focused on...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4179697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Where you have been. What repeated. Where that leads.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SENTENCE TWO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754632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Look past the nouns.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263499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JOB TITLES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31353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COMPANY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63575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150" strike="sngStrike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INDUSTRY VOCABULARY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425043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56793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What did you notice, decide, solve or change?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HONESTY BOUNDARY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1822831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Two things not to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16000" y="274129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95719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EVERY MOVE WAS INTENTIONAL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38370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Some of mine were not.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2741295"/>
            <a:ext cx="4826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2957195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26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EVERYTHING TRANSFERRED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0" y="3837051"/>
            <a:ext cx="482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1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Every move came with real learning.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4562729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Saying so is what makes the rest of it credible.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06680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TEST IT BEFORE YOU NEED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142240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16636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Ask: what do you think</a:t>
            </a:r>
            <a:br/>
            <a:r>
              <a:rPr sz="3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 am good at?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3603498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LIST OF INDUSTRIES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53000" y="3539998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Sentence two is not working yet.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4249166"/>
            <a:ext cx="355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 i="0" spc="1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 KIND OF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3000" y="4185666"/>
            <a:ext cx="622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2400" b="1" i="0">
                <a:solidFill>
                  <a:srgbClr val="112345"/>
                </a:solidFill>
                <a:latin typeface="Montserrat"/>
                <a:ea typeface="Montserrat"/>
                <a:cs typeface="Montserrat"/>
              </a:rPr>
              <a:t>It is working.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6000" y="99060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89050" y="990600"/>
            <a:ext cx="215900" cy="215900"/>
          </a:xfrm>
          <a:prstGeom prst="rect">
            <a:avLst/>
          </a:prstGeom>
          <a:solidFill>
            <a:srgbClr val="C14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89050" y="1263650"/>
            <a:ext cx="215900" cy="215900"/>
          </a:xfrm>
          <a:prstGeom prst="rect">
            <a:avLst/>
          </a:prstGeom>
          <a:noFill/>
          <a:ln w="1905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20360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FREE CAREER EVIDENCE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455164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accomplishment.</a:t>
            </a:r>
            <a:br/>
            <a:r>
              <a:rPr sz="42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One portable proof 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3916680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22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About 10 to 15 focused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6000" y="4633976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16000" y="4938776"/>
            <a:ext cx="1016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temidayoafonja.com/career-evidence-starter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123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" y="17957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WATCH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1016000" y="2176780"/>
            <a:ext cx="762000" cy="254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6000" y="2506980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Should I Make an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Internal Move?</a:t>
            </a:r>
            <a:br/>
            <a:r>
              <a:rPr sz="34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3 Questions to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6000" y="4365244"/>
            <a:ext cx="546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6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Playlist: Career Portability: Career Pivots, Internal Moves and Growth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