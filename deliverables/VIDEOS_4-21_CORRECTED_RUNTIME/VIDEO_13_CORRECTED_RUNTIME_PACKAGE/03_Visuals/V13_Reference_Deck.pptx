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STOP COLLECTING CAREER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4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make you feel productive without answering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508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have saved the jobs. Rewritten the headline. Maybe started a course. And you still do not know whether you want the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Days 1 to 7. The work behind the title.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Days 8 to 14. People who know the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90266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06806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54431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Days 15 to 21. One bounded piece.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2890266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06806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54431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Days 22 to 30. Continue, modify, or stop.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TEST ONLY WORKS IF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634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“Not this option” is allowed to be a good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6499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useful test has permission to produce an inconvenient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CHOOSE A DESTINATION SPECIFIC ENOUGH TO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932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Something strategic.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6893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864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internal operations-improvement role that uses my cross-team problem solving and keeps predictable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INVESTIGATE: ASK ABOUT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263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“What is a difficult ordinary week in this role?”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7353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“Where do people with an adjacent background tend to need support?”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56285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“Which decisions distinguish someone who is ready?”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16077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 not ask for blanket reassurance about your potential.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TRY ONE BOUNDED PIECE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Use public, synthetic, or otherwise permitted material. Set a time limit before you begin.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Recreate a confidential employer process, or turn the exercise into unpaid operational work for a prospective employer.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Label it as a work sample, not professional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DAYS 22 TO 30: DECIDE FROM THE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resign tomorrow. A targeted next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MODIFY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adjacent role, a supervised entry point, a longer preparation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investigation gave you a reason not to keep investing here right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9966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the month ends without enough evidence, call the result inconclusive.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EVIDENCE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237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confuse effort with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960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Reading descriptions, having conversations, and making a sample are activities. What those activities teach you is the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hypothesis before you add another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Industries Without Starting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