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RELIED ON, THEN SKIPPED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93421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15011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They call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65353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When it is urgent. When it breaks. When someone new needs to understand how the work really works.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193421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215011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They skip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65353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When the interesting assignment is handed out. When the promotion list comes around. When the bigger scope is discussed.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45135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That is not the same problem as being invisible.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 CHANGE HOW YOU BEHAVE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651000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5600" y="1651000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Is the work seen?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17928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5600" y="2217928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Is it attributed to you?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2784856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5600" y="2784856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Trusted for delivery, or considered for larger scope?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351784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5600" y="3351784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Is the obstacle one you can actually remove?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WHERE GOOD WORK DISAPPEARS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INTO A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That runs well, so nobody thinks about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755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755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INTO A TEAM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7550" y="26543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Seven people delivered it. One made the two calls that saved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91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391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INTO PREVENTION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9100" y="26543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Nothing happened, and nothing happening is very difficult to point at.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401828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visible artifact of good work is often the absence of a problem.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TWO DIFFERENT JUDGMENTS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2112899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32879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Trusted to deliver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832227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If you are the reason a difficult area runs smoothly, moving you is expensive.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2112899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232879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Considered for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832227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separate judgment. You can be at the top of one list and absent from the other.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272661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Indispensability sounds like a compliment and functions like a ceiling.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HINGE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952879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16877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Does not know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672207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An information problem. Inconvenient, and fixable.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1952879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216877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Knows and does not 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672207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Not an information problem. More explanation is not the missing ingredient.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112641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You cannot tell which of those two you are in until the information problem is gone.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A CLEARER RECORD DOES NOT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2096516"/>
            <a:ext cx="23495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312416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10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BIAS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728976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It does not override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9500" y="2096516"/>
            <a:ext cx="23495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9500" y="2312416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10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 ROLE THAT DOES NOT EXIST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9500" y="3308096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It does not create 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3000" y="2096516"/>
            <a:ext cx="23495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23000" y="2312416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10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 BUDGET SET TWO LEVELS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3000" y="3308096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It does not move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6500" y="2096516"/>
            <a:ext cx="23495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6500" y="2312416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10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 MANAGER WHO HAS DECIDED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6500" y="3308096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It does not change them.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000" y="428904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It removes the one obstacle that was genuinely yours to remove.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PIECES OF WORK. FOUR LINES EACH.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740662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0" y="1677162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was true before you touched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386330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3000" y="2322830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you decided, where someone else might have decided differently.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385566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3000" y="3322066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that changed, in terms the business cares about.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384802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OTHERWISE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3000" y="4321302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would have happened if nobody had done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DECIDING WHAT TO DO WITH A REAL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77419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99009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Waiting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49351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Legitimate when you can name the specific thing you are waiting for. A reorganization with a date. A budget cycle.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177419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199009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Testing elsewhere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49351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Not resigning. Finding out what your record reads like to people who have no history with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29133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Waiting stops being a choice at the point where you cannot name what you are waiting for.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0360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START SMALLER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551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Write one decision you made and what it changed.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91668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Keep the Proof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633976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9387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temidayoafonja.com/keep-the-proof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681480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06248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92680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How to Show Your Impact at Work When You Built It From Scratch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4751832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Video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