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HOW THE OFFER ARRIVES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0619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They congratulate you before they describe the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7931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Management is often offered as a reward. But it is not a reward. It is a different job.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NOT A HIGHER AND A LOWER VERSION OF ONE CAREER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Senior individual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Different days. Different skills. Different hard parts.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Different days. Different skills. Different hard parts.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0939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DIFFERENT JOBS. Side by side, not a ladder.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FIVE THINGS THAT DO NOT MOVE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136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6136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Responsibility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87172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87172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Compensation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48208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48208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409244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409244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People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82981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They do not reliably move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MOST COMMON BAD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837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responsibility and no more authority.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92753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genuinely difficult place to spend two years.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ACTUALLY FILLS THE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08127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29717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ONE TO 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71373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And hiring.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9500" y="208127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9500" y="229717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PERFORMANCE CONVERSATIONS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0" y="300329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And planning.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3000" y="208127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3000" y="229717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REPORTING UPWARD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0" y="300329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And absorbing pressure.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6500" y="208127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6500" y="229717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DECIDING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6500" y="271373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On things you will not personally 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398424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Ask two managers at your level what their last week actually contained, hour by hour.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DOES THE OTHER PATH EXIST HERE?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2247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Ask for names.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4973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Ask what they are paid relative to managers at the same level, and ask what they are allowed to decide.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THE SENIOR INDIVIDUAL JOB ACTUALLY DEMANDS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Influence without 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18897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18897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Choosing what not to work on, and defending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72694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72694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Keeping real depth while the field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26491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26491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Developing people without a manager's levers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9298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option where you get left alone to do the work exists in very few organizations.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FOUR QUESTIONS BEFORE YOU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does the job consume?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136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6136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Does the other path exist here?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87172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87172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authority comes with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48208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48208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Can I come back?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347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DO NOT ANSWER THE OFFER 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538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Ask the four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179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Career Decision Evidence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3527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00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to Do When Your Work Is Valued but You Are Overlooked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