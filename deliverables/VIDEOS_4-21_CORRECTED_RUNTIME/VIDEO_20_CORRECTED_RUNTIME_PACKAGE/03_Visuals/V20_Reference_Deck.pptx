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3464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explanation matters. But it is not the whole return.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5086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from before is still current, what needs updating, and what do I genuinely need to rebuild?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REFRAME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 prepared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 honest, brief answer about the break.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conversation moves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can you do now, and what can you prove?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0939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That is where I would put most of the preparation.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SORT WHAT YOU HAVE INTO SIX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stayed 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17449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17449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decayed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69798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69798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changed in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22148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22148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changed in your circumstances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74497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374497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is unproven rather than absent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26847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5600" y="426847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genuinely has to be rebuilt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16395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Unproven is not the same as absent.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82155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There is a difference between not being able to do something and not being able to point at recent evidence that you can.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IF IT IS UNPROVEN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 do not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To relearn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current instance. Volunteer work, a short contract, a small project you can talk about in detail, a qualification you refreshed.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513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It does not have to be big. It has to be recent and it has to be yours.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ILLUSTRATION  ·  CONSTRUCTED EXAMPLE, NOT A REAL PERSON'S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58750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to structure an analysis and read what a number is saying.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5023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DECAYED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258673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reporting system, now two versions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4947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UNPROVEN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358597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Complex reconciliations, nothing from the last four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64870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TO REBUILD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458520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 regulatory area, substantially rewritten.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HONEST ABOUT THE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3540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No amount of framing changes what a particular person decides about your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99300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framing does is stop you arguing for the wrong 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ROUTES BACK, AND WHAT EACH ONE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34972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50872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FORMER EMPLOYER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56992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Fastest. You may re-enter at the level they remember.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9500" y="1934972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9500" y="2150872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CONTRACT OR INTERIM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2856992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Builds recent evidence quickly. Insecure while you do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000" y="1934972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3000" y="2150872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RETURN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0" y="2856992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Designed for this. Limited in number and often in location.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6500" y="1934972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6500" y="2150872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ADJACENT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6500" y="2856992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Sometimes easier to enter. A year learning a context as well.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44505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 am not ranking those. Which is right depends on your circumstances.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thing you are rebuilding, with a date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Capability Formation Field Kit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 Was First in 3 New Roles in 5 Years. Here's What I Stopped Doing.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