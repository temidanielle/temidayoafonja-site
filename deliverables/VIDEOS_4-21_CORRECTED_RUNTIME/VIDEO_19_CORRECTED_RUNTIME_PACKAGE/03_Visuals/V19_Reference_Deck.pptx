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COMPLIMENT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476881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“You should consult.”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508629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Twenty years of experience can still leave you with nothing a client knows how to buy.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TWO DIFFERENT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2310257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2526157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Your experience tells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3029585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you know.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2310257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2526157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It does not tell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3029585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somebody will buy.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755263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Deep expertise, no defined offer, no clear buyer, and no evidence the problem is purchased externally.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FOUR THINGS BUNDLED UNDER ONE WORD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612900"/>
            <a:ext cx="48577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790700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 spc="6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EXPERTISE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66950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you know and can 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18250" y="1612900"/>
            <a:ext cx="48577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250" y="1790700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 spc="6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 DEFINED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8250" y="2266950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specific thing somebody receives, with a shape and an end.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3208782"/>
            <a:ext cx="48577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6000" y="3386582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 spc="6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REPEATABLE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3862832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Doing it again without rebuilding it from nothing.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18250" y="3208782"/>
            <a:ext cx="48577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250" y="3386582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 spc="6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 BUSINESS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250" y="3862832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Finding the next one while delivering the current 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BUYER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952879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2168779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672207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Who has the problem. Almost everybody has problems.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1952879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2168779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But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2672207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Who currently pays somebody to deal with this one, and what do they pay for at the moment.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112641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If a budget exists, find out who signs it. That is frequently a different person.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EXACTLY WOULD THEY RECEIVE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69164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 strike="sngStrike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I can help with operational efficiency.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225298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 strike="sngStrike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I advise on risk.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6000" y="292862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324612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0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 four week review of the handover process across three sites, ending in a written set of recommendations and one session with the leadership team.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THEN WRITE WHAT IS NOT INCLUDED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81228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absence of that line is where a fixed fee turns into five months of 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SURVIVES THE FIRST ENGAGEMENT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651000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5600" y="1651000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 way of running the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188972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5600" y="2188972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 set of questions you ask at the 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2726944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5600" y="2726944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 shape the written output takes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264916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5600" y="3264916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thing you now know to check in week two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392988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You cannot sensibly price something you have never done. You can price the second 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COSTS THE COMPLIMENT LEAVES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UNPAID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Finding work does not stop once you have a client.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755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755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UNEVEN INCOME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755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Difficult to plan around even when the total is fine.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391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391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THE ORDINARY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9100" y="26543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You sell what people are already convinced they need.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401828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9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None of that is an argument against it. But you should be trading knowingly.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0360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SENTENCE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551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would somebody receive from you, and by when?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91668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Career Decision Evidence 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633976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93877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temidayoafonja.com/career-decisions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18236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563368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89356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 30-Day Plan to Test Your Next Career Move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425094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6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Video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