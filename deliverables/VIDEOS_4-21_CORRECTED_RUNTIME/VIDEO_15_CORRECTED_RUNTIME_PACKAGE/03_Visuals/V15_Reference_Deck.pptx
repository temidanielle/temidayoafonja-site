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QUESTION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352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What happened 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31089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6283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do you recommend we do?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GAPS, THREE RESPONSES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There is something you genuinely do not know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know how the decision should be made, but you have never been allowed to own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already know how, and nobody can see enough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370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Different problems. Different next moves.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9153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If someone sat with me and walked me through it once, could I then do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59397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If the honest answer is that you would need to be taught, that is a learning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 COURSE CAN AND CANNOT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course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Teach you a method.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course cannot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Give you the experience of having made a decision that mattered, with incomplete information, and then living with what happened next.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513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More training will not supply it, and you will be able to feel that it did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6308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Have I ever been the person whose name was on the decision?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2242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Not in the room. Not consulted. Not the person who prepared the analysis. The person who had to choose, and then answer for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 FAIR TO YOURSELF ABOUT THIS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6385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That is an organizational constraint.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96455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Calling it a personal weakness will send you off to fix the wrong 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ILLUSTRATION  ·  CONSTRUCTED EXAMPLE, NOT A REAL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She has never been taught to structure a decision under uncertainty.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She knows how to weigh it and has never been allowed to make the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She has been making these calls for two years and the room does not know.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9966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Same moment. Same discomfort. Three completely different next twelve months.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LIMITS, SAID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0532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This is not a diagnostic.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48018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There is no score at the end of it, no level, no type. You may not have any of these gaps.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423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GAP, ONE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614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Put your one gap in the comments.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2559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In a single sentence, using one of the three words.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4289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769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Learn. Practice. Prove.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to Do When Your Work Is Valued but You Are Overlooked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