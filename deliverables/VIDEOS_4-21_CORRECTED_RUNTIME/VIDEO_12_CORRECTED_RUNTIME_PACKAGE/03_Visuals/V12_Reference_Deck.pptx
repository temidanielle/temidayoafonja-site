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SENTENCES THAT ARE NOT THE SAME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47027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68617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“I cannot leave yet.”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18960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is a constraint.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47027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68617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“Nothing can change.”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18960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is a conclusion.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1528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They are not the same thing.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5803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Protection before career strategy.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6176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If health, safety, harassment, discrimination, or another urgent issue is involved, appropriate support comes before a career exercise.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IS FEASIBLE FROM WHERE YOU ACTUALLY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must hold for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can influence safely.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One possible next step.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3159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do not need a second full-time job called escaping the first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4062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For now, any change needs to protect...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7064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Finish that sentence with the constraint you actually have.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142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This job is impossible.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8991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4074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These two commitments require the same time, and I need a priority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PREPARE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“What would I need to prove to be considered for that role?”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291588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0748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An activity without a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1091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“I should be on LinkedIn more.”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0939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Choose a question before you choose an 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IF THERE IS ROOM INSIDE THE CURRENT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794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Exchange, not automatically add.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29742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Ask what comes off the plate. And if there is no room, do not manufacture a stretch assignment on top of an already unsustainable workload just to feel proactive.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PLAN: FOUR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7314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must hold for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6111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part of the current situation can I influence safely?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1490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one question would make the next option clearer?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87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When will I review this again?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31393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your capacity is extremely limited, choose only the first line and the review 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WRITE THE FOUR LINES PRIVATELY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Keep the action small enough that it can actually happen.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Career Decision Evidence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823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5633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935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30-Day Plan to Test Your Next Career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25094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