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EIGHT INDUSTRIES AND SECTORS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81228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Movement can look like career growth long before the work actually changes.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THREE THINGS I WANT ANSWERED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Will the problem actually change?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755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755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JUDGMENT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755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Will my decision rights expand?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3910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3910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910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Will the growth travel somewhere else?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000" y="331597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 role does not have to maximize growth to be a good decision.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WHY THIS GETS HARDER LATER IN A CAREER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952879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2168779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Earlier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672207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Almost any new responsibility can teach you something.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0" y="1952879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0" y="2168779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Later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2672207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Is this role expanding what you can carry, or simply using more of what you already know?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112641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problem is calling every move development when the work underneath it has barely changed.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33953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Start with an ordinary Monday.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28593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What problems will you own? Which customers, systems, regulations, operating models, or stakeholders will you have to understand that you do not understand today?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JUDGMENT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774190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990090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Responsibility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49351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You own the deadline.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0" y="1774190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0" y="1990090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Judgment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249351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Somebody else still controls scope, resources, sequence, and the decision that determines whether the deadline is possible.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29133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If accountability is growing and your judgment has nowhere to go, keep investigating.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I can support.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755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755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JUDGMENT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755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I can explain.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3910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3910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910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I did not have before.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000" y="297561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If the role produces none of those, I want to know what I am getting instead.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READ THE THREE ANSWERS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ALL THREE YES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You can see what the work is likely to build.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755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755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TWO YES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755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Negotiate the missing one, do not reject the role.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3910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3910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ZERO OR 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910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Movement. Be accurate about what it gives you.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000" y="365633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 new employer can give you a new logo and the same work.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12-MONTH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391537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Twelve months from now, what will I be able to do, decide, or prove that I cannot do today?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593973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If the answer is mostly 'I will be busier, more visible, and managing more of the same,' you have learned something important.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THIS TEST CANNOT SOLVE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651000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EMPLOYER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3000" y="1587500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Your company may not contain the work. A manager may control access. Compensation bands and politics set limits.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3357372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3000" y="3293872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Bias and age discrimination shape who gets access to opportunities.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4356608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YOUR LIFE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3000" y="4293108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Caregiving, benefits, immigration status, health and timing can outweigh the developmental case.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BEFORE YOUR NEXT MOVE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25526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8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Write one sentence under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285115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8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One under Judgment.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344703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8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One under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413181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If one area is weak, ask whether it can be redesigned before you accept.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6000" y="99060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9050" y="990600"/>
            <a:ext cx="215900" cy="2159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905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33476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ONE SENTENCE EACH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75386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Work. Judgment. Evidence.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61797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Career Decision Evidence Check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4335272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000" y="4640072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temidayoafonja.com/career-decisions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931924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312924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643124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It Took Me Years to Stop Mistaking More Work for Career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4501388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6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Video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