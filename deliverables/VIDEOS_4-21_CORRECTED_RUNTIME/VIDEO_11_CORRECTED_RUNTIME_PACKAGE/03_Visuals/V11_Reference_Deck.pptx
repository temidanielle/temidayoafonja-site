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REPORT IS 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4062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“Does this mean we can reduce the team?”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7064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That is the moment the job changes.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TASK IS NOT THE WHOLE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can the tool help make?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does the output actually establish?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Who owns the consequence?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3159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And verify across all three.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SYNTHETIC DATA  ·  INVENTED TEACHING NUMBERS, NOT CUSTOMER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5494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60% → 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9083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spc="75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HEADLINE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519424"/>
            <a:ext cx="1016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697224"/>
            <a:ext cx="800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First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697224"/>
            <a:ext cx="203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60 of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065524"/>
            <a:ext cx="800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Second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065524"/>
            <a:ext cx="203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80 of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52272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Invented teaching numbers. Not customer data and not a result from my career.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SYNTHETIC DATA  ·  THE SAME NUMBERS,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13156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34746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Routine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5089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Met the target 90% of the time in both periods.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13156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34746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Complex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85089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Met it 40% of the time in both periods.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93395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 was the mix. The overall number improved even though the within-category rates did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INTERPRET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aggregate rate rose while the mix shifted toward the category with the higher rate.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does not establish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That people became more effective within each category, or that removing experienced staff would preserve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91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That does not mean reducing staff is always wrong. It means this evidence does not settle that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WHERE THE BOUNDARY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142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Machines never interpret.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08991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40741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Is this interpretation supported, relevant, and sufficient for this decision in this organization?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DECIDE: ORGANIZATIONAL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Who is authorized to make the change?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17449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17449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Which risks must be accepted or reduced?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69798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69798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alternatives are available?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22148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22148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would trigger a review or reversal?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74497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374497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Who will monitor what happens after?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3954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tool producing a recommendation does not automatically assign them to anyone.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MAP YOUR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5092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Do not look for an AI-proof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46887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None of those findings guarantees that a job will remain. Employers can reduce roles, change scope, or choose a different operating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347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RECURRING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538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Build the three-column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179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Capability Formation Field Kit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3527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00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1823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5633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935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to Do When You Can’t Quit Your Job Yet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25094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