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IMAGINE THE JOB ENDS TOMORROW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2470277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68617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Your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189605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Did not disappear.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2470277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268617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Your access to the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3189605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Did.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915283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Know what you can still prove before you urgently need to explain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BOUNDARY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53669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Preparation is not extraction.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48310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Access to a document does not mean you are entitled to keep it. Removing a company name does not automatically make restricted material yours to retain.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AN EVIDENCE HABIT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contribution, not the calendar.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755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755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QUALIFY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755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claim.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91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391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RETRIEVE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91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Make it findable when the question changes.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CAPTURE THE CONTRIBUTION, NOT THE CALENDAR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19329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strike="sngStrike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Attended weekly implementation meetings.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286893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18643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0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 identified conflicting completion criteria and helped the teams agree what needed to be true before handoff.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QUALIFY THE CLAIM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CONFIRMED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You have a permitted basis for the statement.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755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755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QUALIFIED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755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result needs its scope attached.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91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391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NOT YET VERIFIED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91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Do not present it as established.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331597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Their job is to stop uncertainty from disappearing when you shorten the story later.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NOT TIMID LANGUAGE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2333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It is language that survives the next question.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69646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What exactly does this example establish? What does it not establish? What could I say if someone asked, how do you know?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MAKE IT RETRIEVABLE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63525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strike="sngStrike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Project Alpha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331089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62839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0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Conflicting handoff criteria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TWO VERY DIFFERENT REASONS AN EXAMPLE IS MISSING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745996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961896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You did the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465324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And failed to capture it clearly. That needs reconstruction.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1745996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1961896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You never had the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841752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To own the decision, access the result, or build that part of your range. That needs an honest account.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6395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Do not solve both problems by writing a stronger sentence.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33476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START WITH ONE 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75386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Capture. Qualify. Make it retrievable.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6179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Keep the Proof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335272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64007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temidayoafonja.com/keep-the-proof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9319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312924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6431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AI Can Do the Task. What Are You Still Paid For?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50138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Video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