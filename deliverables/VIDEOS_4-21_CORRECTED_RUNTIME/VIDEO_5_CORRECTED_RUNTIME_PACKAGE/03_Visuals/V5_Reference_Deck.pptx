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CHANGING TRACKS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0609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Other people can start reading you like a beginner.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223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more expensive mistake is when you start doing it to yourself.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SEPARATE 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judgment that still helps at the destination.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How that capability shows up in the new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genuinely has to be learned from inside.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One example that supports the level you are claiming.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8861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Remove the employer name, the old title, and the industry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626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Which parts of your experience would still help you solve the destination problem? That is what you carry.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Not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Repeat the old label and hope they understand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did you have to notice? What decision did you support? What tradeoff did you manage? What changed because of your contribution?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700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Translation is not changing the story. It is removing the context-specific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773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Needing to learn them does not erase everything you already know how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081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Systems. Regulation. Domain language. Relationships. Sometimes credentials or practice under a different consequence.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CONFIDENCE CAN MISLEAD IN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Apologize for every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Also do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Rename a real domain or credential requirement as a transferable skill because that makes the move easier to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Name the gap accurately, then decide whether it is a reasonable learning curve or a reason not to move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 THE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26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have fifteen years of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7396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was a director.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1496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4671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difficult problem did you own? What did you decide when the answer was not obvious? What scope or consequence did you carry?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4-LINE MOVE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744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85394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capability that still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56311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49961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that capability shows up in the new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6235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49885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genuine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0801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14451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example that supports the level you are claiming.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four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Carry. Translate. Relearn. 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honest than 'I am starting over' or 'everything transfers.'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9685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I've Worked Across 8 Industries and Sectors. Here's How I Know If a New Role Is Actually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515874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