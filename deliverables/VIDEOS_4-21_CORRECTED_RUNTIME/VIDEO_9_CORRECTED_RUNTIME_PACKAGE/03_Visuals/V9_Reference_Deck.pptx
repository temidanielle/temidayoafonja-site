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SENTENCE IN A JOB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492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“Direct industry experience required.”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3621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know you have done difficult work. You know you are not starting your career 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MAKE EITHER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126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 can already do all of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7396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None of my experience counts 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1496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34671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part of this destination can I support with evidence now, and which part still needs to be learned, earned, or verified?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SEPARATE THREE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can you already prove?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changes in this setting?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do you genuinely need before the door is open?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DECLARE EQUIVALENCE FROM A SHARED VERB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14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2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APPROVE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one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Checking a routine item.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8250" y="2732024"/>
            <a:ext cx="48577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250" y="2922524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 another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250" y="3389376"/>
            <a:ext cx="48577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Accepting a consequential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WRITE THE CAPABILITY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1998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“This role needs someone to handle this problem. My evidence is this example.”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6552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you cannot finish both halves, you have a question to investigate, not yet a transfer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1739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Context is not just vocabulary you can learn over a weekend.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767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can change which answer is responsible.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ASK A BETTER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9329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Do you think I could switch industries?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6893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8643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Where do otherwise experienced people tend to need the most support when they first enter this role?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CREDENTIALS: WRITE DOWN THREE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9011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Confirmed requirement.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82943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Preferred qualification.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46875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Still unclear.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1969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do not argue a closed requirement open with better wording.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3347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DESTINATION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5386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Capability. Context. Credentials.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79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Capability Formation Field Kit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335272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64007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319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312924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4312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Before a Layoff, Know What You Can Still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50138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