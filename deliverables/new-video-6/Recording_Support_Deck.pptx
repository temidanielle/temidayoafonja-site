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01_Same_Company_Not_Same_Work.png  (Opening distinction)</a:t>
            </a:r>
          </a:p>
          <a:p/>
          <a:p>
            <a:r>
              <a:t>On screen: SAME COMPANY IS NOT SAME WORK / What changes is the work you can access.</a:t>
            </a:r>
          </a:p>
          <a:p/>
          <a:p>
            <a:r>
              <a:t>Script: "That familiarity can make the opportunity look smaller than it is, or safer than it really is."</a:t>
            </a:r>
          </a:p>
          <a:p/>
          <a:p>
            <a:r>
              <a:t>Treatment: True full-screen motion graphic after the hook.</a:t>
            </a:r>
          </a:p>
          <a:p>
            <a:r>
              <a:t>Hold: 6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02_Three_Questions_Framework.png  (Three-question framework)</a:t>
            </a:r>
          </a:p>
          <a:p/>
          <a:p>
            <a:r>
              <a:t>On screen: 1 WILL THE WORK CHANGE? / 2 WILL YOUR JUDGMENT EXPAND? / 3 WILL THE EVIDENCE TRAVEL?</a:t>
            </a:r>
          </a:p>
          <a:p/>
          <a:p>
            <a:r>
              <a:t>Script: "Before you make an internal move, I want you to answer three questions."</a:t>
            </a:r>
          </a:p>
          <a:p/>
          <a:p>
            <a:r>
              <a:t>Treatment: True full screen. This is the hero graphic of the video and returns briefly at each section change.</a:t>
            </a:r>
          </a:p>
          <a:p>
            <a:r>
              <a:t>Hold: 9 to 11 seconds on first appearance, 3 seconds on each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03_An_Ordinary_Monday.png  (Question 1)</a:t>
            </a:r>
          </a:p>
          <a:p/>
          <a:p>
            <a:r>
              <a:t>On screen: WHAT WILL BE DIFFERENT ON AN ORDINARY MONDAY? / Problems, Systems, Stakeholders, Context</a:t>
            </a:r>
          </a:p>
          <a:p/>
          <a:p>
            <a:r>
              <a:t>Script: "Start with the most concrete question: What will actually be different on an ordinary Monday?"</a:t>
            </a:r>
          </a:p>
          <a:p/>
          <a:p>
            <a:r>
              <a:t>Treatment: Full-screen section graphic, then return to camera.</a:t>
            </a:r>
          </a:p>
          <a:p>
            <a:r>
              <a:t>Hold: 6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04_More_Tasks_Vs_More_Judgment.png  (Tasks vs judgment)</a:t>
            </a:r>
          </a:p>
          <a:p/>
          <a:p>
            <a:r>
              <a:t>On screen: MORE TASKS: Volume, Coordination, Absorption  /  MORE JUDGMENT: Interpretation, Tradeoffs, Consequence</a:t>
            </a:r>
          </a:p>
          <a:p/>
          <a:p>
            <a:r>
              <a:t>Script: "More tasks can mean volume, coordination, and absorption. More judgment means you have to interpret incomplete information."</a:t>
            </a:r>
          </a:p>
          <a:p/>
          <a:p>
            <a:r>
              <a:t>Treatment: True full-screen comparison.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05_Portable_Evidence.png  (Portable evidence)</a:t>
            </a:r>
          </a:p>
          <a:p/>
          <a:p>
            <a:r>
              <a:t>On screen: RESULT: What changed?  /  JUDGMENT: What did you notice or decide?  /  RANGE: What new context can you now handle?</a:t>
            </a:r>
          </a:p>
          <a:p/>
          <a:p>
            <a:r>
              <a:t>Script: "I would look for three kinds of evidence: result, judgment, and range."</a:t>
            </a:r>
          </a:p>
          <a:p/>
          <a:p>
            <a:r>
              <a:t>Treatment: True full-screen three-part reveal.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06_Reading_The_Three_Answers.png  (Decision read)</a:t>
            </a:r>
          </a:p>
          <a:p/>
          <a:p>
            <a:r>
              <a:t>On screen: 3 YES Strong growth case  /  2 YES Investigate or negotiate  /  0-1 YES Movement, not much growth</a:t>
            </a:r>
          </a:p>
          <a:p/>
          <a:p>
            <a:r>
              <a:t>Script: "Now put the three answers together."</a:t>
            </a:r>
          </a:p>
          <a:p/>
          <a:p>
            <a:r>
              <a:t>Treatment: True full-screen sequential reveal. No scorecard gamification: no ticks, crosses, scores, colour coding or progress bars.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07_Questions_To_Ask.png  (Conversation prompts)</a:t>
            </a:r>
          </a:p>
          <a:p/>
          <a:p>
            <a:r>
              <a:t>On screen: What problems will I own? / Which decisions belong to me? / How will success be measured?</a:t>
            </a:r>
          </a:p>
          <a:p/>
          <a:p>
            <a:r>
              <a:t>Script: "Before you accept the opportunity, ask..."</a:t>
            </a:r>
          </a:p>
          <a:p/>
          <a:p>
            <a:r>
              <a:t>Treatment: Full-screen progressive questions.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08_CTA_Career_Decision_Evidence_Check.png  (CTA)</a:t>
            </a:r>
          </a:p>
          <a:p/>
          <a:p>
            <a:r>
              <a:t>On screen: CAREER DECISION EVIDENCE CHECK / temidayoafonja.com/career-decisions</a:t>
            </a:r>
          </a:p>
          <a:p/>
          <a:p>
            <a:r>
              <a:t>Script: "the free Career Decision Evidence Check gives you a structured way to read the evidence behind that choice. It is linked below."</a:t>
            </a:r>
          </a:p>
          <a:p/>
          <a:p>
            <a:r>
              <a:t>Treatment: True full screen. One product route only in this video.</a:t>
            </a:r>
          </a:p>
          <a:p>
            <a:r>
              <a:t>Hold: 8 to 9 seconds, through the whole CTA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09_Watch_Next_Are_You_Growing.png  (Watch Next)</a:t>
            </a:r>
          </a:p>
          <a:p/>
          <a:p>
            <a:r>
              <a:t>On screen: ARE YOU GROWING, OR JUST BEING GIVEN MORE WORK?</a:t>
            </a:r>
          </a:p>
          <a:p/>
          <a:p>
            <a:r>
              <a:t>Script: "That is what we are testing next in Are You Growing, or Just Being Given More Work?"</a:t>
            </a:r>
          </a:p>
          <a:p/>
          <a:p>
            <a:r>
              <a:t>Treatment: True full screen and the FINAL visual of the video. Right of frame kept clear for the YouTube end screen.</a:t>
            </a:r>
          </a:p>
          <a:p>
            <a:r>
              <a:t>Hold: 10 to 14 seconds, through the closing line and past the last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41217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SAME COMPANY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NOT SAME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8990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changes is the work you can access.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ACCEPT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9892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52272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WILL THE WORK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23697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16077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WILL YOUR JUDGMENT EXPAND?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87502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79882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WILL THE EVIDENCE TRAVEL?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QUESTION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9751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WILL BE DIFFERENT</a:t>
            </a:r>
            <a:br/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 AN ORDINARY MONDAY?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1374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Problems  ·  Systems  ·  Stakeholders  · 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QUESTION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765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tasks is not more judgment.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0949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3108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8143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Volume  ·  Coordination  ·  Absorption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30949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3108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JUDGMENT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8143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Interpretation  ·  Tradeoffs  ·  Consequence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QUESTION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085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Evidence that travels.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86207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79857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50774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344424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did you notice or decide?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15340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408990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new context can you now handle?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THREE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853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it comes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03885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97535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Strong growth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84524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3621024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Investigate or negotiate.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33019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ZERO OR ONE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426669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Movement, not much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ASK BEFORE YOU ACCEPT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2026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54406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problems will I 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24408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16788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decisions belong to 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867912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791712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will success be measured?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CAREER DECISION EVIDENCE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 evidence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behind the choice.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Free. For deciding whether to stay, move internally, or leave.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Are You Growing,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or Just Being Given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