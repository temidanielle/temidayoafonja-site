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0:31 to 0:48.</a:t>
            </a:r>
          </a:p>
          <a:p>
            <a:r>
              <a:t>Do NOT open on this slide. Begin full-screen on Temidayo. The first thing the viewer must hear is that this is not a video trying to keep them in their job.</a:t>
            </a:r>
          </a:p>
          <a:p>
            <a:r>
              <a:t>"I am not going to try to talk you out of it." Then the refusal to pretend she knows their situation. Then the real cost: people leave carrying much less than they earned.</a:t>
            </a:r>
          </a:p>
          <a:p>
            <a:r>
              <a:t>Bring the title up briefly, then go straight to the safety boundary. Do not put anything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0:48.</a:t>
            </a:r>
          </a:p>
          <a:p>
            <a:r>
              <a:t>THE SAFETY BOUNDARY COMES FIRST, IN FULL, AND IS NOT NEGOTIABLE:</a:t>
            </a:r>
          </a:p>
          <a:p>
            <a:r>
              <a:t>"If your health or your safety is at risk, or you are dealing with harassment or discrimination, nothing in this video is a reason to wait. Get yourself out and get proper support. None of what follows is worth a single week of that."</a:t>
            </a:r>
          </a:p>
          <a:p>
            <a:r>
              <a:t>Deliver it plainly and humanely, on camera, with captions. It is not a legal disclaimer and must not be edited to look like one — no fine print, no red alarm graphic, no cutaway.</a:t>
            </a:r>
          </a:p>
          <a:p>
            <a:r>
              <a:t>Then the access explanation. The tone is practical, not ominous: afterwards it is not impossible, just harder and slower and dependent on memory.</a:t>
            </a:r>
          </a:p>
          <a:p>
            <a:r>
              <a:t>The belonging beat sits here — her own crossings, the relearning, and what she has watched happen to capable people. NO personal job-loss story is established and none is used. Do not let a visual imply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2:35, holding to about 2:38.</a:t>
            </a:r>
          </a:p>
          <a:p>
            <a:r>
              <a:t>Section card. Hold briefly, then back to presenter.</a:t>
            </a:r>
          </a:p>
          <a:p>
            <a:r>
              <a:t>The framework does not arrive until here, at over two and a half minutes. That is deliberate.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2:38.</a:t>
            </a:r>
          </a:p>
          <a:p>
            <a:r>
              <a:t>Reveal what is yours to keep, then the boundary column.</a:t>
            </a:r>
          </a:p>
          <a:p>
            <a:r>
              <a:t>Say the boundary plainly. Confidential information, customer data, employee data, proprietary documents, anything the employer owns — it stays with the employer.</a:t>
            </a:r>
          </a:p>
          <a:p>
            <a:r>
              <a:t>The rule to say out loud: if you do not have the right to keep it, do not take it.</a:t>
            </a:r>
          </a:p>
          <a:p>
            <a:r>
              <a:t>Then the four lines: where it started, what you decided or influenced, what changed, what permitted evidence supports it.</a:t>
            </a:r>
          </a:p>
          <a:p>
            <a:r>
              <a:t>Close on why this one is first: do it while you can still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3:52, holding to about 3:57.</a:t>
            </a:r>
          </a:p>
          <a:p>
            <a:r>
              <a:t>Section card. Hold briefly, then back to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3:57.</a:t>
            </a:r>
          </a:p>
          <a:p>
            <a:r>
              <a:t>Reveal the four prompts one at a time.</a:t>
            </a:r>
          </a:p>
          <a:p>
            <a:r>
              <a:t>Temidayo stands in as the listener — "Say you tell me: I reduced the time an internal process took. That gives me a result. Fine." Keep her on camera so it reads as a conversation, not a case study.</a:t>
            </a:r>
          </a:p>
          <a:p>
            <a:r>
              <a:t>The example stays generic. No employer, client, system, metric or result.</a:t>
            </a:r>
          </a:p>
          <a:p>
            <a:r>
              <a:t>Close on the two questions she hands over: what did this chapter prove you can do, and where else would that be needed?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5:15, holding to about 5:19.</a:t>
            </a:r>
          </a:p>
          <a:p>
            <a:r>
              <a:t>Section card. Hold briefly, then back to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5:19.</a:t>
            </a:r>
          </a:p>
          <a:p>
            <a:r>
              <a:t>Reveal the two halves, then the three questions.</a:t>
            </a:r>
          </a:p>
          <a:p>
            <a:r>
              <a:t>Both kinds of reset need room. The deliberate one is endorsed — "That can be an excellent decision. I have made it." The trap is the one where the logo changed and the problems did not.</a:t>
            </a:r>
          </a:p>
          <a:p>
            <a:r>
              <a:t>"A new employer is not automatically a new direction." Let it land.</a:t>
            </a:r>
          </a:p>
          <a:p>
            <a:r>
              <a:t>Nothing here may read as discouragement from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6:33.</a:t>
            </a:r>
          </a:p>
          <a:p>
            <a:r>
              <a:t>The consolidation card. Reveal the three checks in order.</a:t>
            </a:r>
          </a:p>
          <a:p>
            <a:r>
              <a:t>"In that order. Not because leaving is wrong." That qualifier is load-bearing. Do not cut it.</a:t>
            </a:r>
          </a:p>
          <a:p>
            <a:r>
              <a:t>No fourth item, no acronym, no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6:52.</a:t>
            </a:r>
          </a:p>
          <a:p>
            <a:r>
              <a:t>Reveal one direction at a time. Keep it provisional — she is not diagnosing the viewer or telling them which one is right.</a:t>
            </a:r>
          </a:p>
          <a:p>
            <a:r>
              <a:t>Real life stays in: pay, benefits, caregiving, timing, where you live. The line "anyone who tells you otherwise is not being serious" protects the viewer from tidier advice elsewhere. Keep it.</a:t>
            </a:r>
          </a:p>
          <a:p>
            <a:r>
              <a:t>The safety boundary repeats here, briefly: a harmful situation does not need a bridge plan. Do not cut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8:08.</a:t>
            </a:r>
          </a:p>
          <a:p>
            <a:r>
              <a:t>Reveal the three questions one at a time. The instruction is concrete: write them down, do not keep them in your head.</a:t>
            </a:r>
          </a:p>
          <a:p>
            <a:r>
              <a:t>IDENTITY EXIT, at about 8:42: "I want you to become someone who closes a chapter properly. Who walks out knowing what it built, what evidence stands behind it, and what the next thing needs to use and needs to grow."</a:t>
            </a:r>
          </a:p>
          <a:p>
            <a:r>
              <a:t>Then the widening line — do that once and you never arrive at a decision like this empty-handed again. That is the point of the video. If the edit runs long, cut something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9:11.</a:t>
            </a:r>
          </a:p>
          <a:p>
            <a:r>
              <a:t>Calm and brief. The only invitation in the video, and it is the Career Decision Evidence Check — not the Field Kit, not Keep the Proof, not the Starter.</a:t>
            </a:r>
          </a:p>
          <a:p>
            <a:r>
              <a:t>It lands AFTER the identity bridge. Keep that order.</a:t>
            </a:r>
          </a:p>
          <a:p>
            <a:r>
              <a:t>Note the phrasing: "that is exactly what I made the Career Decision Evidence Check for." Offered, not announced.</a:t>
            </a:r>
          </a:p>
          <a:p>
            <a:r>
              <a:t>CTA PRODUCTION GATE: SATISFIED. The page is live. One signed-out production check is still required before upload or scheduling.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9:35 to the end, about 9:58.</a:t>
            </a:r>
          </a:p>
          <a:p>
            <a:r>
              <a:t>The card reads "How to Change Jobs Without Starting Your Career Over", the locked Video 1 title, matching what Temidayo says.</a:t>
            </a:r>
          </a:p>
          <a:p>
            <a:r>
              <a:t>Closing line: "Leaving one job should not cost you everything the work built in you." Stay on her for it.</a:t>
            </a:r>
          </a:p>
          <a:p>
            <a:r>
              <a:t>Do not summarize the video again.</a:t>
            </a:r>
          </a:p>
          <a:p>
            <a:r>
              <a:t>The right side of the frame is left open for the YouTube linked-video 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THREE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3 Things to Do</a:t>
            </a:r>
            <a:br/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Quitting</a:t>
            </a:r>
            <a:br/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Job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6515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05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Once you leave,</a:t>
            </a:r>
            <a:br/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access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512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Evidence, systems and people can become harder to reach.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4191000"/>
            <a:ext cx="1143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4831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If your health or safety is at risk, or you are facing harassment or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discrimination, this is not a reason to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what is yours to keep.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only what you are entitled to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5207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Yours to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Your own performance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Recognition you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Nonconfidential metrics already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shared with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9016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Project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520319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Scope of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550468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Permitted notes on decisions or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problems you helped resolve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000" y="3149600"/>
            <a:ext cx="5207000" cy="508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1440E"/>
                </a:solidFill>
                <a:latin typeface="Montserrat"/>
                <a:ea typeface="Montserrat"/>
                <a:cs typeface="Montserrat"/>
              </a:rPr>
              <a:t>Not yours to take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Confidential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2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Customer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2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Employee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2400" y="4689094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Proprietary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2400" y="49905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Anything employer-owned you have</a:t>
            </a:r>
            <a:br/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no right to keep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achievement is useful when you understand what it proves.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 the work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resume bullet does not automatically show what you can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 was being solved?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6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24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886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made the situation difficult?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180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495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457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I notice, decide, interpret or influence?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4889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067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029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changed or was prevented?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8801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44B78"/>
                </a:solidFill>
                <a:latin typeface="Montserrat"/>
                <a:ea typeface="Montserrat"/>
                <a:cs typeface="Montserrat"/>
              </a:rPr>
              <a:t>Then ask: where else could that combination matter?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Test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next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Look for overlap between what is proven and what must still grow.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Test the next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strong move does two things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Uses something</a:t>
            </a:r>
            <a:br/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49600"/>
            <a:ext cx="19050" cy="952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Builds something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482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635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this next role allow me to carry?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1435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1308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new judgment, exposure or responsibility will it force me to develop?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6388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6261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I be able to do after a year that I cannot do now?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Take them in order,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resign.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Test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next move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directions the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 can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08788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not to make the decision slow.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to make it legible.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544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Leave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34290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evidence says leaving is right, and you are ready.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83286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12496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Reposition inside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0" y="409956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Another role, project or scope change could restore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growth without an immediate exit.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76758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05968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Build a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6000" y="503428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 need something first: a credential, outside-context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evidence, financial runway, or a clearer translation of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your experience can do elsewhere.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Answer these three</a:t>
            </a:r>
            <a:br/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41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403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evidence do I need to preserve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4208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95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214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does my strongest evidence show I can 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475996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0774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0393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must the next move use and build?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CAREER DECISION EVIDENCE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make the move,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what the work has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0"/>
            <a:ext cx="1270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445000"/>
            <a:ext cx="5715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445000"/>
            <a:ext cx="5715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91800" y="44450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47400" y="4445000"/>
            <a:ext cx="279400" cy="279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91800" y="48006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47400" y="48006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22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Jobs</a:t>
            </a:r>
            <a:br/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Career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2324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