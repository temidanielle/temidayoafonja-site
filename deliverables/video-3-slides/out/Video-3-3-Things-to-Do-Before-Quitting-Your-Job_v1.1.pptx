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0:39.</a:t>
            </a:r>
          </a:p>
          <a:p>
            <a:r>
              <a:t>Slide 1 — Title.</a:t>
            </a:r>
          </a:p>
          <a:p>
            <a:r>
              <a:t>Cue — the line that lands on this slide: “I’m Temidayo Afonja.”</a:t>
            </a:r>
          </a:p>
          <a:p>
            <a:r>
              <a:t>Do NOT open on this slide. Begin full screen on Temidayo. The opening is four beats: “You may already know”, the description of where the viewer actually is, the refusal to argue for staying, and the three things.</a:t>
            </a:r>
          </a:p>
          <a:p>
            <a:r>
              <a:t>Bring the title card in only on “I’m Temidayo Afonja.”</a:t>
            </a:r>
          </a:p>
          <a:p>
            <a:r>
              <a:t>SAFETY BOUNDARY, IN FULL, ON THIS SLIDE: if health or safety is at risk, or the viewer is facing harassment or discrimination, nothing here is a reason to wait. Deliver it plainly on camera with captions. It is not a legal disclaimer and must not be styled as one. Do not soften it, shorten it, move it later or cut it.</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1:38.</a:t>
            </a:r>
          </a:p>
          <a:p>
            <a:r>
              <a:t>Slide 2 — Once You Leave, Access Changes.</a:t>
            </a:r>
          </a:p>
          <a:p>
            <a:r>
              <a:t>Cue — the line that lands on this slide: “Here is the practical thing that most of us find out too late.”</a:t>
            </a:r>
          </a:p>
          <a:p>
            <a:r>
              <a:t>The access-changes card. Reveal the losses one at a time as she names them.</a:t>
            </a:r>
          </a:p>
          <a:p>
            <a:r>
              <a:t>THE BRIDGE: “I once accepted a job offer that an acquisition rescinded before I ever got to start.” One sentence, and that is all. VIDEO 1 OWNS THE FULL STORY. No driving Uber, no Deloitte, no recruiter, no dates in this video.</a:t>
            </a:r>
          </a:p>
          <a:p>
            <a:r>
              <a:t>THE BRIDGE MUST NOT BE MISREAD. Temidayo did not quit that role. The very next line — “Your situation is different in one important way. You may be the one doing the choosing.” — must stay adjacent to it. Nothing in the edit may frame the rescinded role as an example of choosing to leave.</a:t>
            </a:r>
          </a:p>
          <a:p>
            <a:r>
              <a:t>Calm, not ominous. No countdown, no alarm motif, no exit-door imagery.</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2:42.</a:t>
            </a:r>
          </a:p>
          <a:p>
            <a:r>
              <a:t>Slide 3 — 01 Preserve the Evidence.</a:t>
            </a:r>
          </a:p>
          <a:p>
            <a:r>
              <a:t>Cue — the line that lands on this slide: “So the first thing is to preserve the evidence.”</a:t>
            </a:r>
          </a:p>
          <a:p>
            <a:r>
              <a:t>Section break only. The three checks do not arrive until about 2:41.</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4:19.</a:t>
            </a:r>
          </a:p>
          <a:p>
            <a:r>
              <a:t>Slide 5 — 02 Name What Your Work Built.</a:t>
            </a:r>
          </a:p>
          <a:p>
            <a:r>
              <a:t>Cue — the line that lands on this slide: “The second thing is to name what your work built.”</a:t>
            </a:r>
          </a:p>
          <a:p>
            <a:r>
              <a:t>Section break only.</a:t>
            </a:r>
          </a:p>
          <a:p>
            <a:r>
              <a:t>Single state. Reveal frame 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4:24.</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5:37.</a:t>
            </a:r>
          </a:p>
          <a:p>
            <a:r>
              <a:t>Slide 7 — 03 Test the Next Move.</a:t>
            </a:r>
          </a:p>
          <a:p>
            <a:r>
              <a:t>Cue — the line that lands on this slide: “The third thing is to test the next move.”</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5:41.</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6:57.</a:t>
            </a:r>
          </a:p>
          <a:p>
            <a:r>
              <a:t>Slide 9 — The Three Checks.</a:t>
            </a:r>
          </a:p>
          <a:p>
            <a:r>
              <a:t>Cue — the line that lands on this slide: “So those are the three.”</a:t>
            </a:r>
          </a:p>
          <a:p>
            <a:r>
              <a:t>The three checks together on screen for the first time. Short slide.</a:t>
            </a:r>
          </a:p>
          <a:p>
            <a:r>
              <a:t>Single state. Reveal frame 19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8:40.</a:t>
            </a:r>
          </a:p>
          <a:p>
            <a:r>
              <a:t>Slide 12 — Career Decision Evidence Check.</a:t>
            </a:r>
          </a:p>
          <a:p>
            <a:r>
              <a:t>Cue — the line that lands on this slide: “If you want help doing this properly, I made the Career Decision Evidence Check.”</a:t>
            </a:r>
          </a:p>
          <a:p>
            <a:r>
              <a:t>One CTA in this video. Do not add the Field Kit, Keep the Proof or the Career Evidence Starter.</a:t>
            </a:r>
          </a:p>
          <a:p>
            <a:r>
              <a:t>CTA production gate: SATISFIED. The page is live. Retain one signed-out link check in the upload SOP before this video is scheduled.</a:t>
            </a:r>
          </a:p>
          <a:p>
            <a:r>
              <a:t>Single state. Reveal frame 26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9:00.</a:t>
            </a:r>
          </a:p>
          <a:p>
            <a:r>
              <a:t>Slide 13 — Watch Next.</a:t>
            </a:r>
          </a:p>
          <a:p>
            <a:r>
              <a:t>Cue — the line that lands on this slide: “And whichever way this goes, there is one more thing worth watching.”</a:t>
            </a:r>
          </a:p>
          <a:p>
            <a:r>
              <a:t>The Video 1 route. Card reads “How to Change Jobs Without Starting Your Career Over”.</a:t>
            </a:r>
          </a:p>
          <a:p>
            <a:r>
              <a:t>The reference here — “what happened when a role I had accepted disappeared before I started it” — is the only forward pointer to the full story. Do not extend it.</a:t>
            </a:r>
          </a:p>
          <a:p>
            <a:r>
              <a:t>Sign off clean on the last two lines.</a:t>
            </a:r>
          </a:p>
          <a:p>
            <a:r>
              <a:t>Single state. Reveal frame 27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