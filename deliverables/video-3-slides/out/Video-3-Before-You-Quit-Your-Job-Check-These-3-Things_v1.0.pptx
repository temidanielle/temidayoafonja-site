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0:00-0:50</a:t>
            </a:r>
          </a:p>
          <a:p/>
          <a:p>
            <a:r>
              <a:t>Begin full-screen on Temidayo, not on this slide.</a:t>
            </a:r>
          </a:p>
          <a:p/>
          <a:p>
            <a:r>
              <a:t>Open on the decision the viewer is already carrying: growth has stopped, the</a:t>
            </a:r>
          </a:p>
          <a:p>
            <a:r>
              <a:t>conditions changed, another opportunity appeared, or the role no longer looks</a:t>
            </a:r>
          </a:p>
          <a:p>
            <a:r>
              <a:t>like the right place to stay.</a:t>
            </a:r>
          </a:p>
          <a:p/>
          <a:p>
            <a:r>
              <a:t>Give the payoff before the title appears. By the end they will know what</a:t>
            </a:r>
          </a:p>
          <a:p>
            <a:r>
              <a:t>evidence to preserve before access changes, how to name what the work built,</a:t>
            </a:r>
          </a:p>
          <a:p>
            <a:r>
              <a:t>and how to test whether the next move uses something proven while requiring</a:t>
            </a:r>
          </a:p>
          <a:p>
            <a:r>
              <a:t>something genuinely new.</a:t>
            </a:r>
          </a:p>
          <a:p/>
          <a:p>
            <a:r>
              <a:t>Then the brief channel line, then the title slide.</a:t>
            </a:r>
          </a:p>
          <a:p/>
          <a:p>
            <a:r>
              <a:t>Do not make the opening alarmist and do not talk anyone out of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0:50-1:35</a:t>
            </a:r>
          </a:p>
          <a:p/>
          <a:p>
            <a:r>
              <a:t>Speak from ideas, calmly. The point is timing, not fear. Most of what makes a</a:t>
            </a:r>
          </a:p>
          <a:p>
            <a:r>
              <a:t>career decision legible is easiest to gather while you still have access.</a:t>
            </a:r>
          </a:p>
          <a:p/>
          <a:p>
            <a:r>
              <a:t>State the safety boundary out loud, clearly, and do not soften it:</a:t>
            </a:r>
          </a:p>
          <a:p/>
          <a:p>
            <a:r>
              <a:t>"If your health or safety is at risk, or you are facing harassment,</a:t>
            </a:r>
          </a:p>
          <a:p>
            <a:r>
              <a:t>discrimination or another urgent threat, nothing in this video is a reason to</a:t>
            </a:r>
          </a:p>
          <a:p>
            <a:r>
              <a:t>delay leaving. Please act on that first."</a:t>
            </a:r>
          </a:p>
          <a:p/>
          <a:p>
            <a:r>
              <a:t>Then return to the viewer who has time to think, and say that the rest of the</a:t>
            </a:r>
          </a:p>
          <a:p>
            <a:r>
              <a:t>video is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1:35-1:43</a:t>
            </a:r>
          </a:p>
          <a:p/>
          <a:p>
            <a:r>
              <a:t>A section break, four to seven seconds. Say: "The first check is to preserve</a:t>
            </a:r>
          </a:p>
          <a:p>
            <a:r>
              <a:t>the evidence."</a:t>
            </a:r>
          </a:p>
          <a:p/>
          <a:p>
            <a:r>
              <a:t>Do not teach it here. The next slide carries it.</a:t>
            </a:r>
          </a:p>
          <a:p/>
          <a:p>
            <a:r>
              <a:t>Only this check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check is to name what</a:t>
            </a:r>
          </a:p>
          <a:p>
            <a:r>
              <a:t>the work built."</a:t>
            </a:r>
          </a:p>
          <a:p/>
          <a:p>
            <a:r>
              <a:t>Do not restate the first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4:55-5:03</a:t>
            </a:r>
          </a:p>
          <a:p/>
          <a:p>
            <a:r>
              <a:t>A section break, four to seven seconds. Say: "The third check is to test the</a:t>
            </a:r>
          </a:p>
          <a:p>
            <a:r>
              <a:t>next move."</a:t>
            </a:r>
          </a:p>
          <a:p/>
          <a:p>
            <a:r>
              <a:t>Do not restate the first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6:30-6:45</a:t>
            </a:r>
          </a:p>
          <a:p/>
          <a:p>
            <a:r>
              <a:t>The first and only moment all three checks appear together.</a:t>
            </a:r>
          </a:p>
          <a:p/>
          <a:p>
            <a:r>
              <a:t>Name them once, in order: preserve the evidence, name what the work built,</a:t>
            </a:r>
          </a:p>
          <a:p>
            <a:r>
              <a:t>test the next move. Do not teach them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6:45-7:45</a:t>
            </a:r>
          </a:p>
          <a:p/>
          <a:p>
            <a:r>
              <a:t>Reveal one direction at a time. Keep this provisional. You are not diagnosing</a:t>
            </a:r>
          </a:p>
          <a:p>
            <a:r>
              <a:t>the viewer and you are not telling them which one is correct.</a:t>
            </a:r>
          </a:p>
          <a:p/>
          <a:p>
            <a:r>
              <a:t>Say the line as written: the point is not to make the decision slow, the point</a:t>
            </a:r>
          </a:p>
          <a:p>
            <a:r>
              <a:t>is to make it legible.</a:t>
            </a:r>
          </a:p>
          <a:p/>
          <a:p>
            <a:r>
              <a:t>If the earlier safety boundary applies to someone watching, repeat it briefly</a:t>
            </a:r>
          </a:p>
          <a:p>
            <a:r>
              <a:t>here. A harmful situation does not need a bridge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7:45-8:35</a:t>
            </a:r>
          </a:p>
          <a:p/>
          <a:p>
            <a:r>
              <a:t>Ask one question at a time and pause after each one. Leave five to seven</a:t>
            </a:r>
          </a:p>
          <a:p>
            <a:r>
              <a:t>seconds of quiet after the third.</a:t>
            </a:r>
          </a:p>
          <a:p/>
          <a:p>
            <a:r>
              <a:t>Tell the viewer they can pause the video here and write the answers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8:35-9:00</a:t>
            </a:r>
          </a:p>
          <a:p/>
          <a:p>
            <a:r>
              <a:t>Calm and brief. This is the only invitation in the video, and it is the Career</a:t>
            </a:r>
          </a:p>
          <a:p>
            <a:r>
              <a:t>Decision Evidence Check, not the Field Kit.</a:t>
            </a:r>
          </a:p>
          <a:p/>
          <a:p>
            <a:r>
              <a:t>Say it plainly: if you want a structured read of the evidence behind the</a:t>
            </a:r>
          </a:p>
          <a:p>
            <a:r>
              <a:t>decision you are weighing, that is what this is for, and it is at</a:t>
            </a:r>
          </a:p>
          <a:p>
            <a:r>
              <a:t>temidayoafonja.com/career-decisions.</a:t>
            </a:r>
          </a:p>
          <a:p/>
          <a:p>
            <a:r>
              <a:t>Before publishing, confirm that route is live and reaches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9:00-9:25</a:t>
            </a:r>
          </a:p>
          <a:p/>
          <a:p>
            <a:r>
              <a:t>If the move changes function or industry, this is the video that answers what</a:t>
            </a:r>
          </a:p>
          <a:p>
            <a:r>
              <a:t>carries across.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THREE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6515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05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Once you leave,</a:t>
            </a:r>
            <a:br/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access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1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Evidence, systems and people can become harder to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191000"/>
            <a:ext cx="1143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831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If your health or safety is at risk, or you are facing harassment or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discrimination, this is not a reason to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what is yours to keep.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520319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Scope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50468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Permitted notes on decisions or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problems you helped 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000" y="3149600"/>
            <a:ext cx="5207000" cy="508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1440E"/>
                </a:solidFill>
                <a:latin typeface="Montserrat"/>
                <a:ea typeface="Montserrat"/>
                <a:cs typeface="Montserrat"/>
              </a:rPr>
              <a:t>Not yours to 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Confidential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Customer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2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Employee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4689094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Proprietary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9905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Anything employer-owned you have</a:t>
            </a:r>
            <a:br/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no right to keep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achievement is useful when you understand what it 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067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029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changed or was prevented?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8801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Then ask: where else could that combination matter?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Look for overlap between what is proven and what must still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1308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new judgment, exposure or responsibility will it force me to develop?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638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261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I be able to do after a year that I cannot do now?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them in order,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resign.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2496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Reposition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409956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role, project or scope change could restore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growth without an immediate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76758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05968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Build a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000" y="503428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 need something first: a credential, outside-context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evidence, financial runway, or a clearer translation of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your experience can do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95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214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does my strongest evidence show I can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75996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0774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0393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must the next move use and build?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make the move,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what the work has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1270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91800" y="44450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47400" y="4445000"/>
            <a:ext cx="279400" cy="279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918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474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22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324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