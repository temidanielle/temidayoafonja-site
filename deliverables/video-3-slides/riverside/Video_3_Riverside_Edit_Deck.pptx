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01_Once_You_Leave_Access_Changes.png</a:t>
            </a:r>
          </a:p>
          <a:p/>
          <a:p>
            <a:r>
              <a:t>Script match: "The day you leave, a lot of things go at once."</a:t>
            </a:r>
          </a:p>
          <a:p/>
          <a:p>
            <a:r>
              <a:t>Purpose: Establishes the premise the whole video rests on.</a:t>
            </a:r>
          </a:p>
          <a:p>
            <a:r>
              <a:t>Display: Full screen</a:t>
            </a:r>
          </a:p>
          <a:p>
            <a:r>
              <a:t>Screen time: 5 to 7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02_If_Your_Safety_Is_At_Risk_Do_Not_Wait.png</a:t>
            </a:r>
          </a:p>
          <a:p/>
          <a:p>
            <a:r>
              <a:t>Script match: "If your health or your safety is at risk, or you are facing harassment or discrimination, none of this is a reason to wait."</a:t>
            </a:r>
          </a:p>
          <a:p/>
          <a:p>
            <a:r>
              <a:t>Purpose: Puts the safety exception on screen, where a viewer in that situation will not miss it.</a:t>
            </a:r>
          </a:p>
          <a:p>
            <a:r>
              <a:t>Display: Full screen</a:t>
            </a:r>
          </a:p>
          <a:p>
            <a:r>
              <a:t>Screen time: 6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03_Check_One_Preserve_The_Evidence.png</a:t>
            </a:r>
          </a:p>
          <a:p/>
          <a:p>
            <a:r>
              <a:t>Script match: "So the first thing is to preserve the evidence."</a:t>
            </a:r>
          </a:p>
          <a:p/>
          <a:p>
            <a:r>
              <a:t>Purpose: Draws the line clearly, which matters because this is the part that gets misread in both directions.</a:t>
            </a:r>
          </a:p>
          <a:p>
            <a:r>
              <a:t>Display: Full screen</a:t>
            </a:r>
          </a:p>
          <a:p>
            <a:r>
              <a:t>Screen time: 7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04_Check_Two_Name_What_The_Work_Built.png</a:t>
            </a:r>
          </a:p>
          <a:p/>
          <a:p>
            <a:r>
              <a:t>Script match: "So for each piece of work you wrote down, answer four things."</a:t>
            </a:r>
          </a:p>
          <a:p/>
          <a:p>
            <a:r>
              <a:t>Purpose: Holds the four-part framework in view while I work through it.</a:t>
            </a:r>
          </a:p>
          <a:p>
            <a:r>
              <a:t>Display: Full screen</a:t>
            </a:r>
          </a:p>
          <a:p>
            <a:r>
              <a:t>Screen time: 8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05_Check_Three_Test_The_Next_Move.png</a:t>
            </a:r>
          </a:p>
          <a:p/>
          <a:p>
            <a:r>
              <a:t>Script match: "The third thing is to test the next move."</a:t>
            </a:r>
          </a:p>
          <a:p/>
          <a:p>
            <a:r>
              <a:t>Purpose: Shows both halves of the test at once, which is the point of it.</a:t>
            </a:r>
          </a:p>
          <a:p>
            <a:r>
              <a:t>Display: Full screen</a:t>
            </a:r>
          </a:p>
          <a:p>
            <a:r>
              <a:t>Screen time: 6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06_The_Three_Checks.png</a:t>
            </a:r>
          </a:p>
          <a:p/>
          <a:p>
            <a:r>
              <a:t>Script match: "So those are the three. Preserve the evidence. Name what the work built. Test the next move."</a:t>
            </a:r>
          </a:p>
          <a:p/>
          <a:p>
            <a:r>
              <a:t>Purpose: Summarizes the teaching in the order I say it.</a:t>
            </a:r>
          </a:p>
          <a:p>
            <a:r>
              <a:t>Display: Full screen</a:t>
            </a:r>
          </a:p>
          <a:p>
            <a:r>
              <a:t>Screen time: 5 to 7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07_How_The_Evidence_Reads.png</a:t>
            </a:r>
          </a:p>
          <a:p/>
          <a:p>
            <a:r>
              <a:t>Script match: "And here is how they tend to read."</a:t>
            </a:r>
          </a:p>
          <a:p/>
          <a:p>
            <a:r>
              <a:t>Purpose: Gives the viewer a way to read their own result without me repeating all three outcomes on camera.</a:t>
            </a:r>
          </a:p>
          <a:p>
            <a:r>
              <a:t>Display: Full screen</a:t>
            </a:r>
          </a:p>
          <a:p>
            <a:r>
              <a:t>Screen time: 8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08_CTA_Career_Decision_Evidence_Check.png</a:t>
            </a:r>
          </a:p>
          <a:p/>
          <a:p>
            <a:r>
              <a:t>Script match: "If you want help doing this properly, I made the Career Decision Evidence Check."</a:t>
            </a:r>
          </a:p>
          <a:p/>
          <a:p>
            <a:r>
              <a:t>Purpose: Supports the CTA and shows the link while I say it.</a:t>
            </a:r>
          </a:p>
          <a:p>
            <a:r>
              <a:t>Display: CTA</a:t>
            </a:r>
          </a:p>
          <a:p>
            <a:r>
              <a:t>Screen time: 6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09_Watch_Next_Change_Jobs_Without_Starting_Over.png</a:t>
            </a:r>
          </a:p>
          <a:p/>
          <a:p>
            <a:r>
              <a:t>Script match: "Watch How to Change Jobs Without Starting Your Career Over next."</a:t>
            </a:r>
          </a:p>
          <a:p/>
          <a:p>
            <a:r>
              <a:t>Purpose: Supports the Watch Next ending, with the end-screen area kept clear.</a:t>
            </a:r>
          </a:p>
          <a:p>
            <a:r>
              <a:t>Display: Watch Next</a:t>
            </a:r>
          </a:p>
          <a:p>
            <a:r>
              <a:t>Screen time: 6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 RESIGN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837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day you leave,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access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927538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Systems close. Files close. People scatter.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EXCEPTION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6907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If your safety is at risk,</a:t>
            </a:r>
            <a:br/>
            <a:r>
              <a:rPr sz="3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this is not a reason to wait.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84219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Protect yourself and get proper support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83235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Preserve the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75082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96672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YOURS TO 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47014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Your own account of your own work, in your own words.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750820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2966720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NOT YOURS TO TAKE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470148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Anything belonging to your employer or anyone else.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55320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If you have to think about it, it is not yours.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93319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Name what the work built.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838958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05485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47141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was being solved?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9500" y="2838958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9500" y="305485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0" y="347141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made it hard?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3000" y="2838958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3000" y="305485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JUDGMENT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000" y="347141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did you decide?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6500" y="2838958"/>
            <a:ext cx="23495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6500" y="305485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10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6500" y="3471418"/>
            <a:ext cx="2349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8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What changed?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45236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Judgment is the one almost everybody leaves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CHECK THREE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82283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Test the next move.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741295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95719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USES SOMETHING PROVEN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83705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Otherwise it is a restart, not a move.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741295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295719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BUILDS SOMETHING NEW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460623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Otherwise you repeat this chapter elsewhere.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56272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moves that work do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3804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06184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Preserve the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3298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5678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Name what the work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2793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5173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Test the next 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28637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Do them while you still have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HOW IT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8534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Three ways this comes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03885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ALL THREE CLEAR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297535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You are leaving with a 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84524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EVIDENCE BUT NO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3621024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problem may be the direction.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330192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CANNOT FILL IT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4266692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Sit with that for a week.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CAREER DECISION EVIDENCE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what this chapter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actually built.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It is private, and it is yours.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 Jobs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Your Career 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