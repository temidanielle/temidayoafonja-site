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V6_MG01_New_Title_Same_Work.png  (MG01)</a:t>
            </a:r>
          </a:p>
          <a:p/>
          <a:p>
            <a:r>
              <a:t>Status: COPY UPDATE</a:t>
            </a:r>
          </a:p>
          <a:p/>
          <a:p>
            <a:r>
              <a:t>On screen: NEW TITLE, SAME WORK? / A YEAR FROM NOW, WHAT CAN YOU DO, DECIDE, OR PROVE?</a:t>
            </a:r>
          </a:p>
          <a:p/>
          <a:p>
            <a:r>
              <a:t>Script: A year from now, what will I be able to do, decide, or prove that I cannot do today?</a:t>
            </a:r>
          </a:p>
          <a:p/>
          <a:p>
            <a:r>
              <a:t>Purpose: The central tension and the thumbnail line, landing on the decision moment rather than on the concept of internal mobility.</a:t>
            </a:r>
          </a:p>
          <a:p>
            <a:r>
              <a:t>Hold: 6 to 7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V6_MG02_Three_Questions.png  (MG02)</a:t>
            </a:r>
          </a:p>
          <a:p/>
          <a:p>
            <a:r>
              <a:t>Status: REUSE</a:t>
            </a:r>
          </a:p>
          <a:p/>
          <a:p>
            <a:r>
              <a:t>On screen: 1 WILL THE WORK CHANGE? / 2 WILL MY JUDGMENT EXPAND? / 3 WILL THE EVIDENCE TRAVEL?</a:t>
            </a:r>
          </a:p>
          <a:p/>
          <a:p>
            <a:r>
              <a:t>Script: Before you take it, test three things:</a:t>
            </a:r>
          </a:p>
          <a:p/>
          <a:p>
            <a:r>
              <a:t>Purpose: The hero framework. Returns briefly at each section change.</a:t>
            </a:r>
          </a:p>
          <a:p>
            <a:r>
              <a:t>Hold: 9 to 11 seconds first time, 3 seconds on each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V6_MG03_Ordinary_Monday.png  (MG03)</a:t>
            </a:r>
          </a:p>
          <a:p/>
          <a:p>
            <a:r>
              <a:t>Status: REUSE</a:t>
            </a:r>
          </a:p>
          <a:p/>
          <a:p>
            <a:r>
              <a:t>On screen: WHAT WILL BE DIFFERENT ON AN ORDINARY MONDAY? / Problems · Systems · Stakeholders · Context</a:t>
            </a:r>
          </a:p>
          <a:p/>
          <a:p>
            <a:r>
              <a:t>Script: Start with the most concrete question: What will actually be different on an ordinary Monday?</a:t>
            </a:r>
          </a:p>
          <a:p/>
          <a:p>
            <a:r>
              <a:t>Purpose: Turns question one into something the viewer can actually test.</a:t>
            </a:r>
          </a:p>
          <a:p>
            <a:r>
              <a:t>Hold: 7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V6_MG04_Tasks_Vs_Judgment.png  (MG04)</a:t>
            </a:r>
          </a:p>
          <a:p/>
          <a:p>
            <a:r>
              <a:t>Status: REUSE</a:t>
            </a:r>
          </a:p>
          <a:p/>
          <a:p>
            <a:r>
              <a:t>On screen: MORE TASKS: Volume, Coordination, Absorption / MORE JUDGMENT: Interpretation, Tradeoffs, Consequence</a:t>
            </a:r>
          </a:p>
          <a:p/>
          <a:p>
            <a:r>
              <a:t>Script: More tasks can mean volume, coordination, and absorption.</a:t>
            </a:r>
          </a:p>
          <a:p/>
          <a:p>
            <a:r>
              <a:t>Purpose: The distinction question two turns on.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V6_MG05_Portable_Evidence.png  (MG05)</a:t>
            </a:r>
          </a:p>
          <a:p/>
          <a:p>
            <a:r>
              <a:t>Status: REUSE</a:t>
            </a:r>
          </a:p>
          <a:p/>
          <a:p>
            <a:r>
              <a:t>On screen: RESULT: what changed? / JUDGMENT: what did you notice or decide? / RANGE: what new context can you handle?</a:t>
            </a:r>
          </a:p>
          <a:p/>
          <a:p>
            <a:r>
              <a:t>Script: I would look for three kinds of evidence: result, judgment, and range.</a:t>
            </a:r>
          </a:p>
          <a:p/>
          <a:p>
            <a:r>
              <a:t>Purpose: The three kinds of evidence, each with the question that produces it.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V6_MG06_Decision_Read.png  (MG06)</a:t>
            </a:r>
          </a:p>
          <a:p/>
          <a:p>
            <a:r>
              <a:t>Status: COPY UPDATE</a:t>
            </a:r>
          </a:p>
          <a:p/>
          <a:p>
            <a:r>
              <a:t>On screen: 3 YES: Strong developmental case / 2 YES: Investigate or negotiate / 0-1 YES: May be movement without much growth</a:t>
            </a:r>
          </a:p>
          <a:p/>
          <a:p>
            <a:r>
              <a:t>Script: If all three are yes, different work, expanded judgment, and evidence that travels, the developmental case is strong.</a:t>
            </a:r>
          </a:p>
          <a:p/>
          <a:p>
            <a:r>
              <a:t>Purpose: The read, in the script's own language, without turning a judgment call into a score.</a:t>
            </a:r>
          </a:p>
          <a:p>
            <a:r>
              <a:t>Hold: 9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V6_MG07_Questions_To_Ask.png  (MG07)</a:t>
            </a:r>
          </a:p>
          <a:p/>
          <a:p>
            <a:r>
              <a:t>Status: COPY UPDATE</a:t>
            </a:r>
          </a:p>
          <a:p/>
          <a:p>
            <a:r>
              <a:t>On screen: What problems will I own? / Which decisions belong to this role? / How will success be measured?</a:t>
            </a:r>
          </a:p>
          <a:p/>
          <a:p>
            <a:r>
              <a:t>Script: Ask the internal hiring manager three things:</a:t>
            </a:r>
          </a:p>
          <a:p/>
          <a:p>
            <a:r>
              <a:t>Purpose: Turns the video into something the viewer can take into a conversation.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V6_CTA_Career_Decision_Evidence_Check.png  (CTA)</a:t>
            </a:r>
          </a:p>
          <a:p/>
          <a:p>
            <a:r>
              <a:t>Status: REUSE</a:t>
            </a:r>
          </a:p>
          <a:p/>
          <a:p>
            <a:r>
              <a:t>On screen: FREE CAREER DECISION EVIDENCE CHECK / temidayoafonja.com/career-decisions</a:t>
            </a:r>
          </a:p>
          <a:p/>
          <a:p>
            <a:r>
              <a:t>Script: the free Career Decision Evidence Check gives you a structured way to read the evidence behind that choice</a:t>
            </a:r>
          </a:p>
          <a:p/>
          <a:p>
            <a:r>
              <a:t>Purpose: The single product route, full screen, with the address large enough to read on a phone.</a:t>
            </a:r>
          </a:p>
          <a:p>
            <a:r>
              <a:t>Hold: 8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V6_WATCH_NEXT_Are_You_Growing.png  (WN)</a:t>
            </a:r>
          </a:p>
          <a:p/>
          <a:p>
            <a:r>
              <a:t>Status: REUSE</a:t>
            </a:r>
          </a:p>
          <a:p/>
          <a:p>
            <a:r>
              <a:t>On screen: WATCH NEXT: ARE YOU GROWING, OR JUST BEING GIVEN MORE WORK?</a:t>
            </a:r>
          </a:p>
          <a:p/>
          <a:p>
            <a:r>
              <a:t>Script: That is what we are testing next in “Are You Growing, or Just Being Given More Work?”</a:t>
            </a:r>
          </a:p>
          <a:p/>
          <a:p>
            <a:r>
              <a:t>Purpose: Final visual. Right of frame kept clear for the clickable end-screen element.</a:t>
            </a:r>
          </a:p>
          <a:p>
            <a:r>
              <a:t>Hold: 10 to 14 seconds, through the closing line and past the last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18732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 TITLE,</a:t>
            </a:r>
            <a:br/>
            <a:r>
              <a:rPr sz="5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SAME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407250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year from now, what can you do, decide, or prove?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TAKE THE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77592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501392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WILL THE WORK CHANGE?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22986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15366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WILL MY JUDGMENT EXPAND?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88213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80593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WILL THE EVIDENCE TRAVEL?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QUESTION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4335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WILL BE DIFFERENT</a:t>
            </a:r>
            <a:br/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 AN ORDINARY MONDAY?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1647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Problems  ·  Systems  ·  Stakeholders  · 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QUESTION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6540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tasks is not more judgment.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02653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24243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78929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Volume  ·  Coordination  ·  Absorption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3026537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24243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JUDGMENT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78929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Interpretation  ·  Tradeoffs  ·  Consequence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QUESTION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853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Evidence that travels.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03885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297535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84524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3621024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did you notice or decide?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33019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426669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new context can you handle?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THREE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085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it comes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86207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279857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Strong developmental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507740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3444240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Investigate or negotiate.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15340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ZERO OR ONE 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408990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May be movement without much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ASK BEFORE YOU ACCEPT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9892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52272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problems will I own?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23697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16077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Which decisions belong to this role?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87502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79882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How will success be measured?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FREE CAREER DECISION EVIDENCE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 evidence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behind the choice.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For deciding whether to stay, move internally, or leave.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Are You Growing,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or Just Being Given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Work?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