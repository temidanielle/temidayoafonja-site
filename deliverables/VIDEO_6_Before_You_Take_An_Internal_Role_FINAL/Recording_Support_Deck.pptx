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V6_MG01_New_Title_Same_Work.png  (MG01)</a:t>
            </a:r>
          </a:p>
          <a:p/>
          <a:p>
            <a:r>
              <a:t>On screen: NEW TITLE, SAME WORK? / Same company does not automatically mean useful growth.</a:t>
            </a:r>
          </a:p>
          <a:p/>
          <a:p>
            <a:r>
              <a:t>Script: "An internal move can look safe because the logo does not change. That is exactly why it can fool you."</a:t>
            </a:r>
          </a:p>
          <a:p/>
          <a:p>
            <a:r>
              <a:t>Purpose: The central tension, and the thumbnail line, on screen in the first thirty seconds.</a:t>
            </a:r>
          </a:p>
          <a:p>
            <a:r>
              <a:t>Hold: 6 to 7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V6_MG02_Three_Questions.png  (MG02)</a:t>
            </a:r>
          </a:p>
          <a:p/>
          <a:p>
            <a:r>
              <a:t>On screen: 1 WILL THE WORK CHANGE? / 2 WILL MY JUDGMENT EXPAND? / 3 WILL THE EVIDENCE TRAVEL?</a:t>
            </a:r>
          </a:p>
          <a:p/>
          <a:p>
            <a:r>
              <a:t>Script: "Before you take an internal role, ask three questions."</a:t>
            </a:r>
          </a:p>
          <a:p/>
          <a:p>
            <a:r>
              <a:t>Purpose: The hero framework. Returns briefly at each section change.</a:t>
            </a:r>
          </a:p>
          <a:p>
            <a:r>
              <a:t>Hold: 9 to 11 seconds first time, 3 seconds on each return.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V6_MG03_Ordinary_Monday.png  (MG03)</a:t>
            </a:r>
          </a:p>
          <a:p/>
          <a:p>
            <a:r>
              <a:t>On screen: WHAT WILL BE DIFFERENT ON AN ORDINARY MONDAY? / Problems, Systems, Stakeholders, Context</a:t>
            </a:r>
          </a:p>
          <a:p/>
          <a:p>
            <a:r>
              <a:t>Script: "Start with the most concrete question: What will actually be different on an ordinary Monday?"</a:t>
            </a:r>
          </a:p>
          <a:p/>
          <a:p>
            <a:r>
              <a:t>Purpose: The most concrete question in the video, with the four things to look for as one readable line rather than four small boxes.</a:t>
            </a:r>
          </a:p>
          <a:p>
            <a:r>
              <a:t>Hold: 6 to 7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V6_MG04_Tasks_Vs_Judgment.png  (MG04)</a:t>
            </a:r>
          </a:p>
          <a:p/>
          <a:p>
            <a:r>
              <a:t>On screen: MORE TASKS: Volume, Coordination, Absorption  /  MORE JUDGMENT: Interpretation, Tradeoffs, Consequence</a:t>
            </a:r>
          </a:p>
          <a:p/>
          <a:p>
            <a:r>
              <a:t>Script: "More tasks can mean volume, coordination, and absorption. More judgment means you have to interpret incomplete information."</a:t>
            </a:r>
          </a:p>
          <a:p/>
          <a:p>
            <a:r>
              <a:t>Purpose: The distinction dependable people most often get wrong.</a:t>
            </a:r>
          </a:p>
          <a:p>
            <a:r>
              <a:t>Hold: 8 to 9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V6_MG05_Portable_Evidence.png  (MG05)</a:t>
            </a:r>
          </a:p>
          <a:p/>
          <a:p>
            <a:r>
              <a:t>On screen: RESULT: What changed?  /  JUDGMENT: What did you notice or decide?  /  RANGE: What new context can you now handle?</a:t>
            </a:r>
          </a:p>
          <a:p/>
          <a:p>
            <a:r>
              <a:t>Script: "I would look for three kinds of evidence: result, judgment, and range."</a:t>
            </a:r>
          </a:p>
          <a:p/>
          <a:p>
            <a:r>
              <a:t>Purpose: Defines portable evidence without suggesting anything confidential is taken.</a:t>
            </a:r>
          </a:p>
          <a:p>
            <a:r>
              <a:t>Hold: 9 to 10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V6_MG06_Decision_Read.png  (MG06)</a:t>
            </a:r>
          </a:p>
          <a:p/>
          <a:p>
            <a:r>
              <a:t>On screen: 3 YES: Strong growth case / 2 YES: Investigate or negotiate / 0-1 YES: May be movement without much growth</a:t>
            </a:r>
          </a:p>
          <a:p/>
          <a:p>
            <a:r>
              <a:t>Script: "Now put the three answers together."</a:t>
            </a:r>
          </a:p>
          <a:p/>
          <a:p>
            <a:r>
              <a:t>Purpose: Gives the viewer a way to read their own result.</a:t>
            </a:r>
          </a:p>
          <a:p>
            <a:r>
              <a:t>Hold: 9 to 10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V6_MG07_Questions_To_Ask.png  (MG07)</a:t>
            </a:r>
          </a:p>
          <a:p/>
          <a:p>
            <a:r>
              <a:t>On screen: What problems will I own? / Which decisions belong to me? / How will success be measured?</a:t>
            </a:r>
          </a:p>
          <a:p/>
          <a:p>
            <a:r>
              <a:t>Script: "Before you accept the opportunity, ask..."</a:t>
            </a:r>
          </a:p>
          <a:p/>
          <a:p>
            <a:r>
              <a:t>Purpose: The questions to take into the internal conversation.</a:t>
            </a:r>
          </a:p>
          <a:p>
            <a:r>
              <a:t>Hold: 8 to 9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V6_CTA_Career_Decision_Evidence_Check.png  (CTA)</a:t>
            </a:r>
          </a:p>
          <a:p/>
          <a:p>
            <a:r>
              <a:t>On screen: FREE CAREER DECISION EVIDENCE CHECK / temidayoafonja.com/career-decisions</a:t>
            </a:r>
          </a:p>
          <a:p/>
          <a:p>
            <a:r>
              <a:t>Script: "the free Career Decision Evidence Check gives you a structured way to read the evidence behind that choice. It is linked below."</a:t>
            </a:r>
          </a:p>
          <a:p/>
          <a:p>
            <a:r>
              <a:t>Purpose: The single product route in this video.</a:t>
            </a:r>
          </a:p>
          <a:p>
            <a:r>
              <a:t>Hold: 8 to 9 seconds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V6_WATCH_NEXT_Are_You_Growing.png  (WN)</a:t>
            </a:r>
          </a:p>
          <a:p/>
          <a:p>
            <a:r>
              <a:t>On screen: WATCH NEXT: ARE YOU GROWING, OR JUST BEING GIVEN MORE WORK?</a:t>
            </a:r>
          </a:p>
          <a:p/>
          <a:p>
            <a:r>
              <a:t>Script: "That is what we are testing next in Are You Growing, or Just Being Given More Work?"</a:t>
            </a:r>
          </a:p>
          <a:p/>
          <a:p>
            <a:r>
              <a:t>Purpose: Final visual. Right of frame kept clear for the clickable YouTube end-screen element.</a:t>
            </a:r>
          </a:p>
          <a:p>
            <a:r>
              <a:t>Hold: 10 to 14 seconds, through the closing line and past the last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947291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NEW TITLE,</a:t>
            </a:r>
            <a:br/>
            <a:r>
              <a:rPr sz="5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SAME WORK?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6000" y="3832479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Same company does not automatically mean useful growth.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BEFORE YOU TAKE THE ROLE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577592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4200" y="2501392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WILL THE WORK CHANGE?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3229864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3153664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WILL MY JUDGMENT EXPAND?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882136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4200" y="3805936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WILL THE EVIDENCE TRAVEL?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QUESTION 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443353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WILL BE DIFFERENT</a:t>
            </a:r>
            <a:br/>
            <a:r>
              <a:rPr sz="38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ON AN ORDINARY MONDAY?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816477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Problems  ·  Systems  ·  Stakeholders  ·  Context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QUESTION TWO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065401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More tasks is not more judgment.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3026537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242437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MORE 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789299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Volume  ·  Coordination  ·  Absorption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3026537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0000" y="3242437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MORE JUDGMENT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0" y="3789299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Interpretation  ·  Tradeoffs  ·  Consequence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QUESTION THREE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08534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Evidence that travels.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038856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3000" y="2975356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changed?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684524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JUDGMENT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3621024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did you notice or decide?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4330192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0" y="4266692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new context can you handle?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READING THE THREE ANSWERS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90855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How it comes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2862072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THREE 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3000" y="2798572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Strong growth case.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507740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TWO YES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3444240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Investigate or negotiate.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4153408"/>
            <a:ext cx="355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1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ZERO OR ONE YES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0" y="4089908"/>
            <a:ext cx="622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4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May be movement without much growth.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ASK BEFORE YOU ACCEPT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598928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54200" y="2522728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problems will I own?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3236976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54200" y="3160776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Which decisions belong to me?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875024"/>
            <a:ext cx="698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1" i="0" spc="7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54200" y="3798824"/>
            <a:ext cx="93218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How will success be measured?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99060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9050" y="990600"/>
            <a:ext cx="215900" cy="2159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905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0360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FREE CAREER DECISION EVIDENCE 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5516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Read the evidence</a:t>
            </a:r>
            <a:br/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behind the choice.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91668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For deciding whether to stay, move internally, or leave.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633976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93877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temidayoafonja.com/career-decisions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24586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626868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5706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Are You Growing,</a:t>
            </a:r>
            <a:br/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or Just Being Given</a:t>
            </a:r>
            <a:br/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More Work?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