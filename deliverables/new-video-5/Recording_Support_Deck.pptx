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01_Chronology_Dump_Vs_Selected_Story.png  (V01)</a:t>
            </a:r>
          </a:p>
          <a:p/>
          <a:p>
            <a:r>
              <a:t>Script match: "So here's the rule this whole video runs on. Stop explaining your career in order."</a:t>
            </a:r>
          </a:p>
          <a:p/>
          <a:p>
            <a:r>
              <a:t>Purpose: Names the failure mode in the first minute and sets the rule the rest of the video follows.</a:t>
            </a:r>
          </a:p>
          <a:p>
            <a:r>
              <a:t>Mode: Full-screen motion graphic</a:t>
            </a:r>
          </a:p>
          <a:p>
            <a:r>
              <a:t>Hold: 7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02_One_Structure_Chapters_Spine_Next.png  (V02)</a:t>
            </a:r>
          </a:p>
          <a:p/>
          <a:p>
            <a:r>
              <a:t>Script match: "Chapters. Spine. Next direction."</a:t>
            </a:r>
          </a:p>
          <a:p/>
          <a:p>
            <a:r>
              <a:t>Purpose: The only structure in the video. It returns above each of the three scripts.</a:t>
            </a:r>
          </a:p>
          <a:p>
            <a:r>
              <a:t>Mode: Full-screen motion graphic</a:t>
            </a:r>
          </a:p>
          <a:p>
            <a:r>
              <a:t>Hold: 8 to 10 seconds first time, 3 seconds on each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03_Three_Real_Moments.png  (V03)</a:t>
            </a:r>
          </a:p>
          <a:p/>
          <a:p>
            <a:r>
              <a:t>Script match: Appears at each version change: "Version one. Twenty seconds." "Version two. Ninety seconds." "Version three. The objection."</a:t>
            </a:r>
          </a:p>
          <a:p/>
          <a:p>
            <a:r>
              <a:t>Purpose: Anchors each script to the actual sentence a viewer will hear in a room.</a:t>
            </a:r>
          </a:p>
          <a:p>
            <a:r>
              <a:t>Mode: Full-screen motion graphic</a:t>
            </a:r>
          </a:p>
          <a:p>
            <a:r>
              <a:t>Hold: 4 to 6 seconds at each section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04_Twenty_Second_Structure.png  (V04)</a:t>
            </a:r>
          </a:p>
          <a:p/>
          <a:p>
            <a:r>
              <a:t>Script match: "Here's the template. I ... and then your work pattern."</a:t>
            </a:r>
          </a:p>
          <a:p/>
          <a:p>
            <a:r>
              <a:t>Purpose: The template is the deliverable. A viewer can fill this in while watching.</a:t>
            </a:r>
          </a:p>
          <a:p>
            <a:r>
              <a:t>Mode: Full-screen motion graphic</a:t>
            </a:r>
          </a:p>
          <a:p>
            <a:r>
              <a:t>Hold: 9 to 11 seconds. Long enough to write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05_Ninety_Second_Structure.png  (V05)</a:t>
            </a:r>
          </a:p>
          <a:p/>
          <a:p>
            <a:r>
              <a:t>Script match: "Here's the template to fill in. Sentence one ..." through sentence three.</a:t>
            </a:r>
          </a:p>
          <a:p/>
          <a:p>
            <a:r>
              <a:t>Purpose: The second template, in the same shape as the first, so the viewer sees it is one system and not three tricks.</a:t>
            </a:r>
          </a:p>
          <a:p>
            <a:r>
              <a:t>Mode: Full-screen motion graphic</a:t>
            </a:r>
          </a:p>
          <a:p>
            <a:r>
              <a:t>Hold: 11 to 13 seconds. The longest hold in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06_Coherence_Is_Not_A_Perfect_Plan.png  (V06)</a:t>
            </a:r>
          </a:p>
          <a:p/>
          <a:p>
            <a:r>
              <a:t>Script match: "And do not pretend it was planned."</a:t>
            </a:r>
          </a:p>
          <a:p/>
          <a:p>
            <a:r>
              <a:t>Purpose: Protects the video from teaching a rehearsed-sounding answer, and gives the viewer permission not to have had a plan.</a:t>
            </a:r>
          </a:p>
          <a:p>
            <a:r>
              <a:t>Mode: Full-screen motion graphic</a:t>
            </a:r>
          </a:p>
          <a:p>
            <a:r>
              <a:t>Hold: 5 to 7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07_Objection_Structure.png  (V07)</a:t>
            </a:r>
          </a:p>
          <a:p/>
          <a:p>
            <a:r>
              <a:t>Script match: "Four parts. Honest context, briefly. The Spine. What the changes built. Why the current direction follows."</a:t>
            </a:r>
          </a:p>
          <a:p/>
          <a:p>
            <a:r>
              <a:t>Purpose: Gives a defensible shape for the hardest question, without teaching apology or concealment.</a:t>
            </a:r>
          </a:p>
          <a:p>
            <a:r>
              <a:t>Mode: Full-screen motion graphic</a:t>
            </a:r>
          </a:p>
          <a:p>
            <a:r>
              <a:t>Hold: 10 to 12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08_Story_Explains_Proof_Supports.png  (V08)</a:t>
            </a:r>
          </a:p>
          <a:p/>
          <a:p>
            <a:r>
              <a:t>Script match: "A story explains. Proof supports."</a:t>
            </a:r>
          </a:p>
          <a:p/>
          <a:p>
            <a:r>
              <a:t>Purpose: Earns the CTA through the teaching instead of bolting it on.</a:t>
            </a:r>
          </a:p>
          <a:p>
            <a:r>
              <a:t>Mode: Full-screen motion graphic</a:t>
            </a:r>
          </a:p>
          <a:p>
            <a:r>
              <a:t>Hold: 7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09_CTA_Keep_The_Proof.png  (V09)</a:t>
            </a:r>
          </a:p>
          <a:p/>
          <a:p>
            <a:r>
              <a:t>Script match: "It's at temidayoafonja.com/keep-the-proof, and it's linked below."</a:t>
            </a:r>
          </a:p>
          <a:p/>
          <a:p>
            <a:r>
              <a:t>Purpose: The single CTA, placed after the teaching that earns it.</a:t>
            </a:r>
          </a:p>
          <a:p>
            <a:r>
              <a:t>Mode: Full screen</a:t>
            </a:r>
          </a:p>
          <a:p>
            <a:r>
              <a:t>Hold: 9 to 11 seconds. Hold through the whole CTA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10_Watch_Next_Why_Nobody_Can_Tell.png  (V10)</a:t>
            </a:r>
          </a:p>
          <a:p/>
          <a:p>
            <a:r>
              <a:t>Script match: "Watch Why Nobody Can Tell What You're Actually Good At next."</a:t>
            </a:r>
          </a:p>
          <a:p/>
          <a:p>
            <a:r>
              <a:t>Purpose: Final visual. Right of frame kept clear for the YouTube end screen.</a:t>
            </a:r>
          </a:p>
          <a:p>
            <a:r>
              <a:t>Mode: Full screen, final visual</a:t>
            </a:r>
          </a:p>
          <a:p>
            <a:r>
              <a:t>Hold: 10 to 14 seconds, through the outro and past the last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STOP EXPLAINING IN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8323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Chronology is not an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75082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96672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CHRONOLOGY DUMP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47014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Every job, in order, and they build the bridge.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75082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296672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SELECTED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47014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Only the chapters that make the pattern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5532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More detail does not fix a sorting problem.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STRUCTURE, THREE VERSIONS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3006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25386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CHAPTERS   where you have been, compressed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9699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82079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SPINE   what kept being true underneath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46392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38772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NEXT DIRECTION   why the next thing follows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09435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order never changes. The Spine never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MOMENTS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853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Same story. Three lengths.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03885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297535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“So what do you do?”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84524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90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3621024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“Walk me through your background.”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33019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OBJECTION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426669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“Why so many changes?”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20 SECOND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0873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23253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 ...   the work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8988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81368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I've done that in ...   two or three contexts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47103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39483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Right now I'm ...   current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1568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 title. No employers. Then stop talking.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90 SECOND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72741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296541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 started in ..., moved into ..., and then into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911221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835021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thread through all of it is ...   plus two short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449701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373501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That's why I'm now focused on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05168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Three chapters, not seven. Two examples, not five.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42639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Do not pretend</a:t>
            </a:r>
            <a:br/>
            <a:r>
              <a:rPr sz="4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was planned.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88486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Coherence is not the same thing as inevitability.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OBJECTION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8841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Four parts. No apology.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694178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91007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HONEST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1619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One clause. Do not defend.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9500" y="2694178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9500" y="291007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SPINE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0" y="332663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same sentence as always.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3000" y="2694178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3000" y="291007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IT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0" y="332663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part almost everybody skips.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500" y="2694178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6500" y="291007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WHY THIS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500" y="332663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current direction follows.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59714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changes are not the weak part of the answer. They are the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WHERE THE STORY RUNS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1104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story explains. Proof supports.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92950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4540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4883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Gets you the next question.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92950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14540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64883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Answers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7451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 story cannot substitute for evidence you do not have.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KEEP THE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60-minute career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evidence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Reconstruct what you did. Name what it built. Record what it returned.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Why Nobody Can Tell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You're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Actually Good 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