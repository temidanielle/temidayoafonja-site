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EIGHT INDUSTRIES AND SECTORS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122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Movement can look like career growth long before the work actually changes.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WANT ANSWERED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Will the problem actually change?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Will my decision rights expand?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Will the growth travel somewhere else?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3159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role does not have to maximize growth to be a good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WHY THIS GETS HARDER LATER IN A CAREER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95287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16877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Earlier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7220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Almost any new responsibility can teach you something.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95287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16877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Later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67220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Is this role expanding what you can carry, or simply using more of what you already know?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11264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problem is calling every move development when the work underneath it has barely changed.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395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with an ordinary Monday.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28593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problems will you own? Which customers, systems, regulations, operating models, or stakeholders will you have to understand that you do not understand today?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You own the deadline.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Somebody else still controls scope, resources, sequence, and the decision that determines whether the deadline is possible.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91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If accountability is growing and your judgment has nowhere to go, keep investigating.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 can support.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 can explain.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 did not have before.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297561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If the role produces none of those, I want to know what I am getting instead.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 THE THREE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ALL THREE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You can see what the work is likely to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TWO 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Negotiate the missing one, do not reject the role.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ZERO OR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Movement. Be accurate about what it gives you.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656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new employer can give you a new logo and the same 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12-MONTH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9153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Twelve months from now, what will I be able to do, decide, or prove that I cannot do today?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59397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If the answer is mostly 'I will be busier, more visible, and managing more of the same,' you have learned something important.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TEST CANNOT SOLVE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EMPLOYER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587500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Your company may not contain the work. A manager may control access. Compensation bands and politics set limits.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35737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329387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Bias and age discrimination shape who gets access to opportunities.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356608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YOUR LIFE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4293108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Caregiving, benefits, immigration status, health and timing can outweigh the developmental case.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5526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Write one sentence under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8511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One under Judgment.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44703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One under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413181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If one area is weak, ask whether it can be redesigned before you accept.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347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SENTENCE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538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Work. Judgment.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179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Career Decision Evidence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3527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00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319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129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431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Took Me Years to Stop Mistaking More Work for Career Growth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50138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