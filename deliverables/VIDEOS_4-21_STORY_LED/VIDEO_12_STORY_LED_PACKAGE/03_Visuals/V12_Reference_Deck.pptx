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TWO SENTENCES THAT ARE NOT THE SAME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470277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2686177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“I cannot leave yet.”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3189605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That is a constraint.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0" y="2470277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0" y="2686177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“Nothing can change.”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0" y="3189605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That is a conclusion.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3915283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They are not the same thing.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55803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Protection before career strategy.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46176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If health, safety, harassment, discrimination, or another urgent issue is involved, appropriate support comes before a career exercise.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IS FEASIBLE FROM WHERE YOU ACTUALLY 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PROTECT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must hold for now.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755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755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BOUND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755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you can influence safely.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391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91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PREPARE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910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One possible next step.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331597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You do not need a second full-time job called escaping the first 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PROTECT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440622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For now, any change needs to protect...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870643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Finish that sentence with the constraint you actually have.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41427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trike="sngStrike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This job is impossible.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308991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40741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0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These two commitments require the same time, and I need a priority decision.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PREPARE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291588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250748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3010916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“What would I need to prove to be considered for that role?”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0" y="2291588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0" y="250748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An activity without a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0" y="3010916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“I should be on LinkedIn more.”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093972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Choose a question before you choose an activity.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IF THERE IS ROOM INSIDE THE CURRENT JOB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79472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Exchange, not automatically add.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29742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Ask what comes off the plate. And if there is no room, do not manufacture a stretch assignment on top of an already unsustainable workload just to feel proactive.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PLAN: FOUR 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07314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must hold for now?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261112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part of the current situation can I influence safely?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3149092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one question would make the next option clearer?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36870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When will I review this again?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431393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If your capacity is extremely limited, choose only the first line and the review point.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6000" y="99060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9050" y="990600"/>
            <a:ext cx="215900" cy="2159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905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0360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WRITE THE FOUR LINES PRIVATELY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551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Keep the action small enough that it can actually happen.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91668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Career Decision Evidence Check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4633976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93877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temidayoafonja.com/career-decisions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182368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563368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893568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30-Day Plan to Test Your Next Career Move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4250944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6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Video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