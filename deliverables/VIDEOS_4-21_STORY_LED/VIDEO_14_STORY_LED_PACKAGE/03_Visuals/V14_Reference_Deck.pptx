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SAME SENTENCE, THREE INDUSTRIES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25600"/>
            <a:ext cx="31559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16100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HEALTHCARE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14850" y="1625600"/>
            <a:ext cx="31559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4850" y="1816100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FINANCIAL 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3700" y="1625600"/>
            <a:ext cx="31559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3700" y="1816100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2397760"/>
            <a:ext cx="1016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256286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MANAGE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525012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project slips.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4850" y="3525012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Financial-crimes and regulatory-compliance programs.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3700" y="3525012"/>
            <a:ext cx="31559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Patient movement during an infectious-disease surge.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RESEARCH BASE  ·  SENIOR PROGRAM AND PROJECT DELIVERY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5494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9083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 spc="75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RETAINED POSTINGS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9424"/>
            <a:ext cx="1016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697224"/>
            <a:ext cx="800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Healthcare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697224"/>
            <a:ext cx="203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065524"/>
            <a:ext cx="800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Financial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4065524"/>
            <a:ext cx="203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33824"/>
            <a:ext cx="800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433824"/>
            <a:ext cx="203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89102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All collected September 10,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762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732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would this person actually have to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371850"/>
            <a:ext cx="762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6576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happens if they decide badly?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5720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If the answers are comparable, the underlying work is real overlap. If only the noun matches, it is apparent overlap.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End-to-end delivery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136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6136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Influence without direct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87172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87172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Risk and issue mechanics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48208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48208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Executive communication and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409244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409244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Delivery-method discipline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8298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Credible candidates for portable capability when you can support them with evidence from your own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SAME WORD, DIFFERENT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145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732024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922524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 one posting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38937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auditable control environment.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18250" y="2732024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250" y="2922524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 another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250" y="338937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executive decision cadence.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Underlying capability you can already 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1825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25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LOOKS SIMILAR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25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Familiar language, materially different decision.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MUST BE LEARNED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Knowledge you can acquire through study or structured preparation.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25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25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MUST BE EXPERIENCED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5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Context requiring exposure, access, authority, or practice.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EMPLOYERS DISAGREE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489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648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healthcare posting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33934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Wants someone comfortable entering new projects with limited content knowledge.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6489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8648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wealth-management posting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8681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Makes years of financial-services experience a hard requirement and project-management background only preferred.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1655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Transferability is partly something an employer decides how much to trust.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DOES NOT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03705"/>
            <a:ext cx="762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8945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Job descriptions show what was written.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88055"/>
            <a:ext cx="762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77380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They do not prove who gets hired.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68820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28 postings are a convenience sample. They do not represent the U.S. labor market.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423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USABLE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614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with one requirement.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255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the title. One requirement in the role you want.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4289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769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would I have to decide? What happens if I decide badly?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Career Gaps You Don't See Until the Work Gets Harder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