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I STOPPED DOING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5600" y="1651000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Waiting for an exact title match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61362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5600" y="2261362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Proving readiness with a task 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871724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2871724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Treating every learning gap as a verdict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USE THREE QUESTIONS INSTEAD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1079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problem will I be trusted to solve?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1356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already prove?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76047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do I genuinely need to learn?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COMPARE THE ROLES WITHOUT THEIR TITLES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title says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role you have never held.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work 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Diagnose ambiguity. Align people who do not report to you. Build a structure that did not exist. Recommend under uncertainty.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2913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'I have never held this title' is not the same as 'I have never done the underlying work.'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EVIDENCE OF JUDGMENT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95501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11401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task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31482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Works when the new job is almost identical to the old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595501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1811401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 of judgment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31482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did people trust you to notice? What tradeoff did you weigh? What did you recommend when there was more than one reasonable answer?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47001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 real example has a decision, a constraint, what you did, and what happened.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STOP TREATING THE LEARNING GAP AS A VERDICT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41427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 can already do every part of this.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08991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40741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Here is what I can carry, here is the proof, and here is what I still need to learn.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3-LINE READINESS CASE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63496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1999996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does this role actually need someone to solve?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062732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0" y="2999232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have I already done that shows I can handle the underlying judgment?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4061968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3998468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do I genuinely need to learn, earn, or experience in this context?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A READINESS CASE DOES NOT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6308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It does not guarantee that an employer will choose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62242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Credentials, markets, relationships, compensation, employer preferences, and bias still matter.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423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7614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the three 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62559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Problem. Proof. Gap.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342892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4769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Being new to the title is not being new to the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681480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6248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92680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 Changed Career Tracks Without Starting Over. Here's What I Carried With 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751832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