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I STOPPED DOING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Waiting for an exact title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136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6136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Proving readiness with a task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7172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7172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Treating every learning gap as a verdict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 THREE QUESTIONS INSTEAD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107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problem will I be trusted to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1356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already prove?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7604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do I genuinely need to learn?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COMPARE THE ROLES WITHOUT THEIR TITLES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title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role you have never held.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work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Diagnose ambiguity. Align people who do not report to you. Build a structure that did not exist. Recommend under uncertainty.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'I have never held this title' is not the same as 'I have never done the underlying work.'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EVIDENCE OF JUDGMENT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955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114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task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3148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Works when the new job is almost identical to the old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5955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8114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Evidence of judgment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3148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did people trust you to notice? What tradeoff did you weigh? What did you recommend when there was more than one reasonable answer?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7001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 real example has a decision, a constraint, what you did, and what happened.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STOP TREATING THE LEARNING GAP AS A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142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 can already do every part of this.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08991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4074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Here is what I can carry, here is the proof, and here is what I still need to learn.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3-LINE READINESS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6349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99999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does this role actually need someone to solve?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6273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99923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have I already done that shows I can handle the underlying judgment?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196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99846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do I genuinely need to learn, earn, or experience in this context?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 READINESS CASE DOES NOT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6308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does not guarantee that an employer will choose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2242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Credentials, markets, relationships, compensation, employer preferences, and bias still matter.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423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614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the three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255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Problem. Proof.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4289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769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Being new to the title is not being new to the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6814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06248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926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 Changed Career Tracks Without Starting Over. Here's What I Carried With 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751832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