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SEPARATE FOUR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judgment that still helps at the destination.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18250" y="1612900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250" y="179070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18250" y="2266950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How that capability shows up in the new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600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genuinely has to be learned from inside.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18250" y="3208782"/>
            <a:ext cx="48577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250" y="338658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 spc="6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50" y="3862832"/>
            <a:ext cx="48577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One example that supports the level you are claiming.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CARRY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8861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1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Remove the employer name, the old title, and the industry language.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56260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Which parts of your experience would still help you solve the destination problem? That is what you carry.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TRANSLATE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95501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11401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Not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3148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Repeat the old label and hope they understand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595501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811401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31482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you have to notice? What decision did you support? What tradeoff did you manage? What changed because of your contribution?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47001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Translation is not changing the story. It is removing the context-specific language.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37731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Needing to learn them does not erase everything you already know how to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60819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Systems. Regulation. Domain language. Relationships. Sometimes credentials or practice under a different consequence.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CONFIDENCE CAN MISLEAD IN BOTH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Do 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Apologize for every gap.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Also do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Rename a real domain or credential requirement as a transferable skill because that makes the move easier to explain.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Name the gap accurately, then decide whether it is a reasonable learning curve or a reason not to move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 THE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1262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have fifteen years of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47396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I was a director.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1496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4671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difficult problem did you own? What did you decide when the answer was not obvious? What scope or consequence did you carry?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4-LINE MOVE CASE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1744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CARRY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85394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capability that still helps.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56311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TRANSLATE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249961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that capability shows up in the new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56235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RELEARN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349885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The genuine gap.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0801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414451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One example that supports the level you are claiming.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423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6148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Write the four 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2559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Carry. Translate. Relearn. Prove.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4289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769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More honest than 'I am starting over' or 'everything transfers.'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685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29870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I've Worked Across 8 Industries and Sectors. Here's How I Know If a New Role Is Actually Growth.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5158740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