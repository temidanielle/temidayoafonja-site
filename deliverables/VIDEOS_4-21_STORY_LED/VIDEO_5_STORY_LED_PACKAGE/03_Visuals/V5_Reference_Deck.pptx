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SEPARATE FOUR THINGS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612900"/>
            <a:ext cx="48577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790700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 spc="6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CARRY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266950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judgment that still helps at the destination.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18250" y="1612900"/>
            <a:ext cx="48577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8250" y="1790700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 spc="6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TRANSLATE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8250" y="2266950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How that capability shows up in the new context.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3208782"/>
            <a:ext cx="48577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6000" y="3386582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 spc="6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RELEARN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" y="3862832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genuinely has to be learned from inside.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18250" y="3208782"/>
            <a:ext cx="48577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8250" y="3386582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 spc="6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PROVE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250" y="3862832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One example that supports the level you are claiming.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CARRY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8861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Remove the employer name, the old title, and the industry language.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56260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Which parts of your experience would still help you solve the destination problem? That is what you carry.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TRANSLATE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595501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811401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Not this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314829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Repeat the old label and hope they understand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1595501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1811401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2314829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did you have to notice? What decision did you support? What tradeoff did you manage? What changed because of your contribution?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470019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Translation is not changing the story. It is removing the context-specific language.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RELEARN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77313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3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Needing to learn them does not erase everything you already know how to 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608197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Systems. Regulation. Domain language. Relationships. Sometimes credentials or practice under a different consequence.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CONFIDENCE CAN MISLEAD IN BOTH DIRECTIONS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774190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99009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Do not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49351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Apologize for every gap.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1774190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199009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Also do not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249351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Rename a real domain or credential requirement as a transferable skill because that makes the move easier to explain.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29133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Name the gap accurately, then decide whether it is a reasonable learning curve or a reason not to move yet.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PROVE THE LEVEL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91262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 strike="sngStrike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I have fifteen years of experience.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247396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 strike="sngStrike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I was a director.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6000" y="31496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000" y="34671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0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difficult problem did you own? What did you decide when the answer was not obvious? What scope or consequence did you carry?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4-LINE MOVE 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917446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CARRY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3000" y="1853946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capability that still helps.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563114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TRANSLATE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3000" y="2499614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How that capability shows up in the new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562350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RELEARN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3000" y="3498850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genuine gap.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208018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3000" y="4144518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One example that supports the level you are claiming.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6000" y="99060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9050" y="990600"/>
            <a:ext cx="215900" cy="2159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905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34238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ONE MOVE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76148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Write the four lines.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62559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Carry. Translate. Relearn. Prove.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4342892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464769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More honest than 'I am starting over' or 'everything transfers.'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587500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9685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298700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I've Worked Across 8 Industries and Sectors. Here's How I Know If a New Role Is Actually Growth.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5158740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6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Video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