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BUILT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4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If you do it well enough, eventually nobody can see how hard it was.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508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uncertainty you had to solve at the beginning has disappeared from 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true before your solution existed.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MY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personally owned, recommended, or 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not obvious at the start.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strongest result you can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FINISHED WORK HIDES UNFINISHED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'I built the process.'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They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process. Not the conflicting expectations, the missing rule, the tradeoffs, or the decisions that had no obvious owner.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solution is not to make the story more dramatic. It is to put the missing information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2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It was chaos.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991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4074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There was no shared way to prioritize requests or decide which issues needed escalation.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031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do not need sole credit to make your contribution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909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need accurate attribution.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intake form may be the least interesting part.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the team would accept, what required an exception, who could change priority, how two competing needs would be resolved.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was not obvious at the start?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PROOF: THREE LEVELS OF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EXISTENCE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thing was created.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People actually adopted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Something important changed because of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656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 not jump from existence to effect because effect sounds more impressive.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8033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Proof does not mean taking your employer's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965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Removing a name does not create permission to keep restricted material. Your own written account can preserve the structure of the evidence without preserving confidential material.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FOUR-SENTENCE IMPACT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744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85394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true before this existed?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56311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49961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I own, recommend, or lead?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20878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14528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not obvious that I had to work 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0801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14451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strongest result I can support without overstating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THING PEOPLE TAKE FOR GRANTED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four sentences.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Industries Without Starting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