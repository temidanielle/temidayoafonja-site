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BUILT FROM SCRATCH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3464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If you do it well enough, eventually nobody can see how hard it was.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5086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uncertainty you had to solve at the beginning has disappeared from view.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FOUR THINGS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true before your solution existed.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1825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25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MY 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25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personally owned, recommended, or led.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3208782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38658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86283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not obvious at the start.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250" y="3208782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250" y="338658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250" y="386283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strongest result you can support.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FINISHED WORK HIDES UNFINISHED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 say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'I built the process.'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They 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process. Not the conflicting expectations, the missing rule, the tradeoffs, or the decisions that had no obvious owner.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91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solution is not to make the story more dramatic. It is to put the missing information back.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142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It was chaos.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08991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40741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There was no shared way to prioritize requests or decide which issues needed escalation.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PART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031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 do not need sole credit to make your contribution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7909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need accurate attribution.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artifact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intake form may be the least interesting part.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judgment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team would accept, what required an exception, who could change priority, how two competing needs would be resolved.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513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was not obvious at the start?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PROOF: THREE LEVELS OF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EXISTENCE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thing was created.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People actually adopted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Something important changed because of the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656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Do not jump from existence to effect because effect sounds more impressive.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8033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Proof does not mean taking your employer's files.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4965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Removing a name does not create permission to keep restricted material. Your own written account can preserve the structure of the evidence without preserving confidential material.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FOUR-SENTENCE IMPACT ACCOUNT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1744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85394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was true before this existed?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563114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2499614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did I own, recommend, or lead?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20878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314528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was not obvious that I had to work 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08018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4144518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strongest result I can support without overstating causation.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347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THING PEOPLE TAKE FOR GRANTED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538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the four sentences.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79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Keep the Proof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3527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00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Industries Without Starting 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