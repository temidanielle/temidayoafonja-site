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 IN A JOB DESCRIPTION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4929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“Direct industry experience required.”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73621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You know you have done difficult work. You know you are not starting your career 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DO NOT MAKE EITHER MISTAKE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126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 can already do all of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47396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None of my experience counts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1496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4671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part of this destination can I support with evidence now, and which part still needs to be learned, earned, or verified?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SEPARATE THREE THINGS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can you already prove?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changes in this setting?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CREDENTIALS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do you genuinely need before the door is open?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DO NOT DECLARE EQUIVALENCE FROM A SHARED VERB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7145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APPROVE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732024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922524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 one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38937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Checking a routine item.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18250" y="2732024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250" y="2922524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 another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8250" y="3389376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Accepting a consequential risk.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WRITE THE CAPABILITY SENTENCE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199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“This role needs someone to handle this problem. My evidence is this example.”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56552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If you cannot finish both halves, you have a question to investigate, not yet a transfer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1739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 is not just vocabulary you can learn over a weekend.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77672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It can change which answer is responsible.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ASK A BETTER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32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Do you think I could switch industries?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6893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864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Where do otherwise experienced people tend to need the most support when they first enter this role?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CREDENTIALS: WRITE DOWN THREE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011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Confirmed requirement.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82943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Preferred qualification.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46875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Still unclear.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19696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You do not argue a closed requirement open with better wording.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DESTINATION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Capability. Context. Credentials.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Capability Formation Field 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Before a Layoff, Know What You Can Still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