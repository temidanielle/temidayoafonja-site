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RELIED ON, THEN SKIPPED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They call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When it is urgent. When it breaks. When someone new needs to understand how the work really works.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3421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5011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They skip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5353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When the interesting assignment is handed out. When the promotion list comes around. When the bigger scope is discussed.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5135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That is not the same problem as being invisible.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CHANGE HOW YOU BEHAVE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Is the work seen?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1792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21792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Is it attributed to you?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78485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78485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Trusted for delivery, or considered for larger scope?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35178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35178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Is the obstacle one you can actually remove?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WHERE GOOD WORK DISAPPEARS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INTO A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That runs well, so nobody thinks about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INTO A TEAM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6543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Seven people delivered it. One made the two calls that saved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INTO PREVENTION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6543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happened, and nothing happening is very difficult to point 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0182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visible artifact of good work is often the absence of a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DIFFERENT JUDGMENTS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11289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3287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Trusted to deliver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3222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If you are the reason a difficult area runs smoothly, moving you is expensive.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11289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3287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Considered for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83222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separate judgment. You can be at the top of one list and absent from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7266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Indispensability sounds like a compliment and functions like a ceiling.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HINGE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 information problem. Inconvenient, and fixable.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95287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16877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Knows and does not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67220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 information problem. More explanation is not the missing ingredient.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11264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cannot tell which of those two you are in until the information problem is gone.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 CLEARER RECORD DOES NOT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09651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31241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72897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does not override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9500" y="209651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9500" y="231241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ROLE THAT DOES NOT EXIST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9500" y="330809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does not create 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209651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3000" y="231241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BUDGET SET TWO LEVELS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3000" y="330809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does not move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6500" y="2096516"/>
            <a:ext cx="23495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6500" y="231241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10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 MANAGER WHO HAS DECIDED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6500" y="3308096"/>
            <a:ext cx="2349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It does not change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6000" y="428904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removes the one obstacle that was genuinely yours to remove.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PIECES OF WORK. FOUR LINES EACH.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4066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67716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was true before you touched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38633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32283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decided, where someone else might have decided differently.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38556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32206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that changed, in terms the business cares about.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8480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OTHERWISE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432130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would have happened if nobody had done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DECIDING WHAT TO DO WITH A REAL ANSWER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Waiting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Legitimate when you can name the specific thing you are waiting for. A reorganization with a date. A budget cycle.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Testing elsewhere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resigning. Finding out what your record reads like to people who have no history with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Waiting stops being a choice at the point where you cannot name what you are waiting for.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START SMALLER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one decision you made and what it 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Keep the Proof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6814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6248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9268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Show Your Impact at Work When You Built It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751832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