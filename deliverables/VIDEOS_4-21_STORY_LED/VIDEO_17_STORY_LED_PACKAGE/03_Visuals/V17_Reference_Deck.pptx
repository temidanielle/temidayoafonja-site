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VISIBLE PART GOT EASIER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report used to take you two days.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tool produces most of it in forty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93395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That question is getting harder to answer because the visible part of the work is no longer the scarce part.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704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So what did you actually 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WHERE THE RECORD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It used to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Attached to the artifact.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It now has to 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Attached to the decisions around the artifact.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93395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That proxy has broken. Not permanently, and not everywhere, but in enough places that you have noticed.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FOUR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was I asked to get right?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5600" y="203479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what was I asked to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52247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5600" y="252247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did I check, and why did I check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596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5600" y="304596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did I conclude that the output did not say?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56946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5600" y="356946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was I accountable for if it was wrong?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LINE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2333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I check, and why did I check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9646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That knowledge came from doing the work before it got faster, and it is not visible anywhere unless you write it 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WHICH PARTS LEAVE A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Leaves something behind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output leaves a document. The timestamp leaves a record of when.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Leaves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Deciding what the question actually was. Choosing what to check. Noticing the thing that looked fine and was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parts that needed you are exactly the parts with no evidence attached.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SPEED IS NOT THE SAME AS CORRECTNESS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0243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checking time is the part that quietly gets compressed, because checking is the part nobody can 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1736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visible output is better and faster, and the actual risk of it being wrong has gone up. The accountability has not moved anywhere.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ILLUSTRATION  ·  CONSTRUCTED EXAMPLE, NOT A CAPTURED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GET 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58750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That leadership does not leave with a wrong impression.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023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CHECKED,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58673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Whether the improvement was only timing. Whether one customer distorted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00304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93954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Mostly timing. The position was flat.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64870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ACCOUNTABLE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458520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That number going into a planning conversation.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PIECE OF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what you checked and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Keep the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AI Can Do the Task. What Are You Still Paid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