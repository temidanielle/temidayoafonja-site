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TRADE NOBODY NAMES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4261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 can become more valuable to your organization without becoming more valuable to your own future.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84289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It took me years to learn that being trusted with more is not the same as being developed for more.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Did the problem get harder, or did the volume get bigger?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AUTHORITY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Did your decision rights move with the responsibility?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is the extra work giving back?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6563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CAR is not a score. You are looking for a pattern.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WHY DEPENDABLE PEOPLE ARE VULNERABLE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29158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50748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Arrives quickly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01091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29158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50748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Arrives later, if at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301091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Authority, support, recognition, and formal scope.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0939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Temporary coverage quietly becomes the permanent design of your job.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Capacity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Three nearly identical projects last year. Eight 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new customer, a new regulation, a different operating model, conflicting priorities, incomplete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913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If the only answer is 'more of the same,' call that capacity use. Do not automatically call it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you are expected to carry.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ACCOUNTABILITY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you will answer for.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you can influence or decide.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3159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Those three do not always expand together.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 did not have before.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 could not previously claim.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Tied to the contribution.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3159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Praise is welcome. Praise alone is not role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READ CAR AS A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ALL THREE EXPANDING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543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Demanding, but you can see what it builds.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COMPLEXITY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6543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stretch assignment with a design problem.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VOLUME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role expanded mainly as workload.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67792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Give the season a boundary. Coverage without a review date becomes the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THE NEXT 'CAN YOU TAKE THIS TOO?'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987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becomes more complex?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86562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authority comes with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43255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When will we review what this additional scope returns?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408838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Temporary stretch without a review point becomes permanent absorption.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TAKE FOUR QUESTIONS TO YOUR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91005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1614805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Which of these responsibilities should remain with 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72157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195957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should come off my plate as this becomes part of my role?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180461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104261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Which decisions need to belong to me for these outcomes?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761613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200" y="3685413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and when will the expanded scope be formally reviewed?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473341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Stronger than 'I have too much work.'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72694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work can be part of growth. It is not proof of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RUN 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 one responsibility you added in the last six months.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Capability Formation Field Kit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68148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06248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9268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Show Your Impact at Work When You Built It From Scratch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751832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