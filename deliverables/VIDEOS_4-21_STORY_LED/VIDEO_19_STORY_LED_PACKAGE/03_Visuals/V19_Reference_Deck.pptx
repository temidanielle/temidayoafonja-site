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COMPLIMENT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7688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“You should consult.”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50862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Twenty years of experience can still leave you with nothing a client knows how to buy.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DIFFERENT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31025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52615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Your experience tells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029585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know.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31025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52615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It does not tell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029585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somebody will buy.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75526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Deep expertise, no defined offer, no clear buyer, and no evidence the problem is purchased externally.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FOUR THINGS BUNDLED UNDER ONE WORD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know and can 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1825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25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DEFINED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25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specific thing somebody receives, with a shape and an 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REPEATABLE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Doing it again without rebuilding it from nothing.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25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25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5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Finding the next one while delivering the current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BUYER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5287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6877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7220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has the problem. Almost everybody has problems.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5287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6877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7220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currently pays somebody to deal with this one, and what do they pay for at the moment.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1264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If a budget exists, find out who signs it. That is frequently a different person.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EXACTLY WOULD THEY RECEIVE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916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 can help with operational efficiency.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2529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 advise on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292862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2461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four week review of the handover process across three sites, ending in a written set of recommendations and one session with the leadership team.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THEN WRITE WHAT IS NOT INCLUDED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122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absence of that line is where a fixed fee turns into five months of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SURVIVES THE FIRST ENGAGEMENT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way of running the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18897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18897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set of questions you ask at the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72694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72694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shape the written output takes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26491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26491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thing you now know to check in week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9298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cannot sensibly price something you have never done. You can price the second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COSTS THE COMPLIMENT LEAVES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UNPAID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Finding work does not stop once you have a client.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UNEVEN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Difficult to plan around even when the total is fine.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ORDINARY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6543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You sell what people are already convinced they need.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0182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None of that is an argument against it. But you should be trading knowingly.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would somebody receive from you, and by when?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Career Decision Evidence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1823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33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935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30-Day Plan to Test Your Next Career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25094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