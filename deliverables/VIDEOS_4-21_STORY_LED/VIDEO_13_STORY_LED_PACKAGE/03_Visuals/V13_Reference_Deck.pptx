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STOP COLLECTING CAREER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3464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It can make you feel productive without answering the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65086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You have saved the jobs. Rewritten the headline. Maybe started a course. And you still do not know whether you want the 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612900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79070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DEFINE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6695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Days 1 to 7. The work behind the title.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18250" y="1612900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250" y="179070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8250" y="226695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Days 8 to 14. People who know the 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2890266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3068066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3544316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Days 15 to 21. One bounded piece.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250" y="2890266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250" y="3068066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DECIDE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250" y="3544316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Days 22 to 30. Continue, modify, or stop.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TEST ONLY WORKS IF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46341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“Not this option” is allowed to be a good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86499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useful test has permission to produce an inconvenient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CHOOSE A DESTINATION SPECIFIC ENOUGH TO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9329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Something strategic.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86893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864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An internal operations-improvement role that uses my cross-team problem solving and keeps predictable hours.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INVESTIGATE: ASK ABOUT THE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22631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“What is a difficult ordinary week in this role?”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73532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“Where do people with an adjacent background tend to need support?”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56285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“Which decisions distinguish someone who is ready?”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416077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Do not ask for blanket reassurance about your potential.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TRY ONE BOUNDED PIECE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93421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15011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65353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Use public, synthetic, or otherwise permitted material. Set a time limit before you begin.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93421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15011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65353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Recreate a confidential employer process, or turn the exercise into unpaid operational work for a prospective employer.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45135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Label it as a work sample, not professional experience.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DAYS 22 TO 30: DECIDE FROM THE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CONTINUE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 resign tomorrow. A targeted next action.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MODIFY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 adjacent role, a supervised entry point, a longer preparation period.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investigation gave you a reason not to keep investing here right now.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99669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If the month ends without enough evidence, call the result inconclusive.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EVIDENCE STANDARD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22377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 not confuse effort with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7960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Reading descriptions, having conversations, and making a sample are activities. What those activities teach you is the evidence.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DESTINATION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the hypothesis before you add another course.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Capability Formation Field Kit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319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1292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431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Change Industries Without Starting 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50138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