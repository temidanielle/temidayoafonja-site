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HOW THE OFFER ARRIVES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0619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They congratulate you before they describe the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67931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Management is often offered as a reward. But it is not a reward. It is a different job.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NOT A HIGHER AND A LOWER VERSION OF ONE CAREER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29158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50748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Senior individual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01091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Different days. Different skills. Different hard parts.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229158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50748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301091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Different days. Different skills. Different hard parts.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0939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TWO DIFFERENT JOBS. Side by side, not a ladder.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FIVE THINGS THAT DO NOT MOVE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5600" y="165100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61362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5600" y="2261362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Responsibility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871724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287172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Compensation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482086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5600" y="3482086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Authority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4092448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4092448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People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482981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They do not reliably move together.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MOST COMMON BAD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8372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responsibility and no more authority.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92753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genuinely difficult place to spend two years.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ACTUALLY FILLS THE 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081276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29717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ONE TO 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71373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And hiring.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9500" y="2081276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9500" y="229717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PERFORMANCE CONVERSATIONS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0" y="300329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And planning.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000" y="2081276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23000" y="229717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REPORTING UPWARD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3000" y="300329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And absorbing pressure.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6500" y="2081276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6500" y="229717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DECIDING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6500" y="271373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On things you will not personally 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000" y="398424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Ask two managers at your level what their last week actually contained, hour by 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DOES THE OTHER PATH EXIST HERE?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2247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Ask for names.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49732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Ask what they are paid relative to managers at the same level, and ask what they are allowed to decide.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THE SENIOR INDIVIDUAL JOB ACTUALLY DEMANDS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5600" y="165100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Influence without 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188972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5600" y="2188972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Choosing what not to work on, and defending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726944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272694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Keeping real depth while the field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264916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5600" y="3264916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Developing people without a manager's levers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39298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option where you get left alone to do the work exists in very few organizations.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FOUR QUESTIONS BEFORE YOU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5600" y="165100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does the job consume?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61362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5600" y="2261362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Does the other path exist here?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871724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287172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authority comes with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482086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5600" y="3482086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Can I come back?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347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DO NOT ANSWER THE OFFER YET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7538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Ask the four questions.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179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Career Decision Evidence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335272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400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319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129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431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to Do When Your Work Is Valued but You Are Overlooked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50138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