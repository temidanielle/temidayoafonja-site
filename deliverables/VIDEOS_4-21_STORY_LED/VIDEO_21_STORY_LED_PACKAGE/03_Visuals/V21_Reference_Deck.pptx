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853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can still do the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602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keeps catching you are the things nobody thought to explain.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NAME WHAT CAME WITH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you break a problem into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17449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17449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you tell whether work is any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69798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69798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you read what is happening in a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22148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22148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you work with somebody difficult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74497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74497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Knowing when something is not right before you can explain 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7284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That is genuine and it is a lot. It is also not everything.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FIVE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the work is actually about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3240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3240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Regulation and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1381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1381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Systems and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9521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39521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Relationships and internal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9766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9766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decisions actually get made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850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Which layer will block useful contribution first in this specific role?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7774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is not a confidence issue and it is not a mindset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70776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If a role requires a license, a registration or a specific qualification that you do not hold, no amount of adjacent experience substitutes for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SYSTEMS AND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0609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layer people worry about most is generally the smallest.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2231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looks intimidating in week one and it is mostly gone by week six.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RELATIONSHIPS AND INTERNAL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7774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Has anybody tried this before, and what happened?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0776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You cannot read your way into this. It comes from being present and asking why rather than proposing what.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WORD ABOUT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7731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are not going to arrive and contribute at the level you left 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0819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 because you got worse, but because two of these five layers only come from time in the 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4929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stops me contributing usefully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3621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It quite often puts the regulatory item first, ahead of everything you would rather be studying.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DESTINATION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Name the first item.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Capability Formation Field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Industries Without Starting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