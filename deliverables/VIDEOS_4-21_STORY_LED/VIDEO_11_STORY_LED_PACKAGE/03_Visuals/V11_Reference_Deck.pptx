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REPORT IS READY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44062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“Does this mean we can reduce the team?”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870643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3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That is the moment the job changes.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TASK IS NOT THE WHOLE JOB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PRODUCE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can the tool help make?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755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755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INTERPRET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755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does the output actually establish?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39100" y="1587500"/>
            <a:ext cx="313055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9100" y="180340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5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DECIDE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9100" y="2292350"/>
            <a:ext cx="31305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Who owns the consequence?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6000" y="331597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And verify across all three.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SYNTHETIC DATA  ·  INVENTED TEACHING NUMBERS, NOT CUSTOMER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5494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60% → 80%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29083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 i="0" spc="75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THE HEADLINE RATE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19424"/>
            <a:ext cx="1016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697224"/>
            <a:ext cx="800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First period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0" y="3697224"/>
            <a:ext cx="203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60 of 100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4065524"/>
            <a:ext cx="800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Second period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4065524"/>
            <a:ext cx="2032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80 of 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4522724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Invented teaching numbers. Not customer data and not a result from my career.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SYNTHETIC DATA  ·  THE SAME NUMBERS, SPLIT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131568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234746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Routine cases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850896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Met the target 90% of the time in both periods.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2131568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234746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Complex cases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850896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Met it 40% of the time in both periods.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93395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changed was the mix. The overall number improved even though the within-category rates did not.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INTERPRET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77419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199009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It supports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49351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The aggregate rate rose while the mix shifted toward the category with the higher rate.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0000" y="1774190"/>
            <a:ext cx="4826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0000" y="1990090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It does not establish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0" y="2493518"/>
            <a:ext cx="4826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That people became more effective within each category, or that removing experienced staff would preserve the result.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429133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That does not mean reducing staff is always wrong. It means this evidence does not settle that decision.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WHERE THE BOUNDARY ACTUALLY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41427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i="0" strike="sngStrike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Machines never interpret.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308991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40741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0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Is this interpretation supported, relevant, and sufficient for this decision in this organization?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DECIDE: ORGANIZATIONAL RESPONSIBILITIES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1651000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5600" y="1651000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Who is authorized to make the change?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2174494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5600" y="2174494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Which risks must be accepted or reduced?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2697988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5600" y="2697988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alternatives are available?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3221482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5600" y="3221482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What would trigger a review or reversal?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6000" y="3744976"/>
            <a:ext cx="6096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5600" y="3744976"/>
            <a:ext cx="95504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2300" b="1" i="0">
                <a:solidFill>
                  <a:srgbClr val="112345"/>
                </a:solidFill>
                <a:latin typeface="Montserrat"/>
                <a:ea typeface="Montserrat"/>
                <a:cs typeface="Montserrat"/>
              </a:rPr>
              <a:t>Who will monitor what happens after?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6000" y="439547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tool producing a recommendation does not automatically assign them to anyone.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1066800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MAP YOUR ROLE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1422400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55092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Do not look for an AI-proof job.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346887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None of those findings guarantees that a job will remain. Employers can reduce roles, change scope, or choose a different operating model.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6000" y="99060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9050" y="990600"/>
            <a:ext cx="215900" cy="2159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89050" y="1263650"/>
            <a:ext cx="215900" cy="2159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233476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ONE RECURRING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753868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Build the three-column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6000" y="3617976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2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Capability Formation Field Kit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16000" y="4335272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640072"/>
            <a:ext cx="10160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temidayoafonja.com/fieldkit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12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16000" y="218236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spc="25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63368"/>
            <a:ext cx="762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93568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4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to Do When You Can’t Quit Your Job Yet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6000" y="4250944"/>
            <a:ext cx="54610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6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Video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