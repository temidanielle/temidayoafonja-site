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IMAGINE THE JOB ENDS TOMORROW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7027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68617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189605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Did not disappear.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47027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68617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access to the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189605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91528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Know what you can still prove before you urgently need to explain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3669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Preparation is not extraction.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48310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Access to a document does not mean you are entitled to keep it. Removing a company name does not automatically make restricted material yours to retain.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AN EVIDENCE HABIT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contribution, not the calendar.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QUALIFY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claim.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RETRIEVE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Make it findable when the question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CAPTURE THE CONTRIBUTION, NOT THE CALENDAR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329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Attended weekly implementation meetings.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6893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864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 identified conflicting completion criteria and helped the teams agree what needed to be true before handoff.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QUALIFY THE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CONFIRMED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have a permitted basis for the statement.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QUALIFIED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result needs its scope attached.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NOT YET 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Do not present it as established.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3159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Their job is to stop uncertainty from disappearing when you shorten the story later.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NOT TIMID 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2333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is language that survives the next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9646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exactly does this example establish? What does it not establish? What could I say if someone asked, how do you know?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MAKE IT RETRIEVABLE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352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Project Alpha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31089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62839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Conflicting handoff criteria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VERY DIFFERENT REASONS AN EXAMPLE IS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45996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6189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 did the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6532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And failed to capture it clearly. That needs reconstruction.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45996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6189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 never had the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84175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To own the decision, access the result, or build that part of your range. That needs an honest account.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6395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Do not solve both problems by writing a stronger sentence.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347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START WITH ONE ENTRY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538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Capture. Qualify. Make it retrievable.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79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Keep the Proof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3527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00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AI Can Do the Task. What Are You Still Paid For?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