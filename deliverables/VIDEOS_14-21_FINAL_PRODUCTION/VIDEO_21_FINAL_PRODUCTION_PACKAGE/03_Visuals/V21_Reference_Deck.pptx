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853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can still do the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602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keeps catching you are the things nobody thought to explain.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NAME WHAT CAME WITH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you break a problem into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0345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0345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you judge whether work is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7559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7559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you handle ambiguity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0835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30835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you work with difficult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8608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8608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patterns you have learned to notice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5402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That is real experience. It can give you a starting point. It is also not everything.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FIVE-LAYER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Domain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3240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3240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Regulation and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1381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1381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Systems and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9521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39521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Relationships and internal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9766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9766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decisions get made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850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Which layer will block useful contribution first in this specific role?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2084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licensing requirement is not a mindset issue.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76466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If a role requires a license, registration, or qualification you do not hold, adjacent experience does not erase that requirement.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SYSTEMS AND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7764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Do not spend all your preparation time on the easiest-to-name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5076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While the harder context remains untouched.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RELATIONSHIPS AND INTERNAL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5776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Has anyone tried this before, and what happened?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877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most useful early question in a new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WAYS THIS GETS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1315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474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Some parts can be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50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Requirements, documentation, domain facts, formal processes.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1315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3474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Some parts need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850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Relationships, exception logic, and local decision-making.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339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treat the second group as proof that you made the wrong move simply because it takes time to learn.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4929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stops me contributing usefully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3621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That is a better sequence than starting with whatever course looks easiest to buy.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DESTINATION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 an entire industry.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Field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Industries Without Starting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