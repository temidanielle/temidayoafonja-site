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VISIBLE PART GOT EASIER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report used to take you two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tool produces most of it in forty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0939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That sounds like progress. Until someone asks what you actually did.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704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So what did you actually 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WHERE THE RECORD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It used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Attached to the artifact.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It now has to 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Attached to the decisions around the artifact.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0939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As production gets easier, the artifact is a weaker proxy for contribution.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FOUR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were you actually asked to get right?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5600" y="203479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Not just what you were asked to produce.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52247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5600" y="252247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did you check, and why did you check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596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5600" y="304596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did you conclude that the initial output did not establish?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90245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5600" y="390245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were you accountable for if the result was wrong?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LINE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2333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did you check, and why did you check that?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9646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reason can come from history, pattern recognition, domain knowledge, a previous failure, or a consequence the output does not display.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SPEED CHANGES THE PRESSURE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9445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checking time becomes easier to squeeze because it is harder to see.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2534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That does not mean the work should stay slow. It means the organization should be clear about what the checking is buying and who still owns the consequence.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ILLUSTRATION  ·  CONSTRUCTED EXAMPLE, NOT A CAPTURED MODEL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ASKED TO GET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58750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That leadership does not leave with a misleading picture.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023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CHECKED,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58673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Whether an improvement is only a timing effect, and whether one customer distorts the trend.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0304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93954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headline needs qualification.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64870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ACCOUNTABLE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458520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number going into the planning discussion.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72694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workflow is not the whole contribution.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CAPTURE WHAT YOU 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what you checked and why.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Keep the Proof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AI Can Do the Task. What Are You Still Paid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