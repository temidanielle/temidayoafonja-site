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SAME SENTENCE, THREE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485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85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FINANCIAL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370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370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397760"/>
            <a:ext cx="1016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56286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MANAGE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project slips.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85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Financial-crimes and regulatory-compliance programs.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370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Patient movement during an infectious-disease surge.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RESEARCH BASE  ·  SENIOR PROGRAM AND PROJECT DELIVERY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494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9083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RETAINED POSTINGS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9424"/>
            <a:ext cx="1016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6972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6972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0655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Financial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655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4338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4338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8910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All collected September 10,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73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would this person actually have to decide?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371850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6576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happens if they decide badly?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5720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the answers are comparable, the underlying work is real overlap. If only the noun matches, it is apparent overlap.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TRAVELS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End-to-end delivery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Influence without direct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Risk and issue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8208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8208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Executive communication and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09244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409244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Delivery-method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8298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Credible candidates for portable capability when you can support them with evidence from your own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WORD, DIFFERENT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14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one posting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auditable control environment.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825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25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25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executive decision cadence.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TRAVELS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Underlying capability you can already 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LOOKS SIMILAR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Familiar language, materially different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MUST BE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Knowledge you can acquire through study or structured preparation.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MUST BE EXPERIENCED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Context requiring exposure, access, authority, or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EMPLOYERS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489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648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healthcare posting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3934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Wants someone comfortable entering new projects with limited content knowledge.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6489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648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wealth-management posting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8681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Makes years of financial-services experience a hard requirement and project-management background only preferred.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165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Transferability is partly something an employer decides how much to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DOES NOT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03705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8945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Job descriptions show what was written.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488055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77380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do not prove who gets hired.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68820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28 postings are a convenience sample. They do not represent the U.S. labor 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USABLE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Start with one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the title. One requirement in the role you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would I have to decide? What happens if I decide badly?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Career Gaps You Don’t See Until the Work Gets Harder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