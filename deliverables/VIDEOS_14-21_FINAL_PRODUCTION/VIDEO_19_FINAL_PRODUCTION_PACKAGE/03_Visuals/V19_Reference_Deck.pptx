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COMPLIMENT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49402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“You should consult.”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52577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It usually happens right after you solve something difficult, which is why it feels flattering and why almost nobody examines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TWO DIFFERENT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2310257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2526157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Your experience tells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3029585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you know.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2310257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2526157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It does not tell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3029585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somebody will buy.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755263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Twenty years of experience can still leave you with nothing a client knows how to buy.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FOUR THINGS PEOPLE CALL CONSULTING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612900"/>
            <a:ext cx="48577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790700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 spc="6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EXPERTISE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66950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you know and can 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18250" y="1612900"/>
            <a:ext cx="48577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250" y="1790700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 spc="6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AN OFFER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8250" y="2266950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defined thing somebody receives, with a beginning and an end.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3208782"/>
            <a:ext cx="48577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6000" y="3386582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 spc="6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 BUYER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3862832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person or organization that has the problem and can release money to solve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18250" y="3527298"/>
            <a:ext cx="48577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250" y="3705098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 spc="6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REPEATABILITY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250" y="4181348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Being able to deliver again without rebuilding the service from nothing.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BUYER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2122043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2337943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Not who suffers from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841371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Almost everybody has problems.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2122043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2337943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Who actually pays somebody to solve it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3217799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And if a budget exists, who signs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943477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person with the problem and the person who releases the money may not be the same person.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TURN EXPERTISE INTO A DELIVERABLE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19329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 strike="sngStrike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“I advise on risk.”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286893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318643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0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 bounded review, a decision workshop, a diagnostic, a written recommendation, a defined implementation sprint.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STATE WHAT IS NOT INCLUDED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713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Scope is part of the offer.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63175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Not a legal footnote you discover after the work expands.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WRITE ONE 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651000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5600" y="1651000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7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32406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5600" y="2232406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7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buyer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2813812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5600" y="2813812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7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395218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5600" y="3395218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7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3976624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5600" y="3976624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7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conditions that would need to be true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" y="468503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You are not testing whether you are talented. You are testing whether the thing you described is recognized as worth buying.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75539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Experience can be the raw material. It is not the offer.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0360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SENTENCE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551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would somebody receive from you, and by when?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91668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Career Decision Evidence 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633976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9387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temidayoafonja.com/career-decisions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18236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563368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89356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 30-Day Plan to Test Your Next Career Move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425094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Video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