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QUESTION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352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What happened 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31089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6283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do you recommend we 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GAPS, THREE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Something you genuinely do not know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know how the decision should be made, but you have never been allowed to own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already know how, but nobody can see enough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370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Different problems. Different next moves.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013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If someone competent walked you through the method, would that meaningfully close the gap?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04425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yes, this may be a learning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 COURSE CAN AND CANNOT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course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Teach a method.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course cannot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Give you the history of having made a consequential decision with incomplete information and lived with what happened next.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More learning can make you better informed without making you more practiced.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6308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Have I ever been the person who actually had to decide?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2242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Not in the meeting. Not preparing the analysis. The person whose name was on the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72694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Knowing the work and owning the decision are not the same 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SAME DISCOMFORT, THREE DIAGNOSES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She was never taught to structure a decision under uncertainty.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She understands the tradeoff but has never owned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She has made comparable calls quietly, and the room does not know.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9966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ILLUSTRATION. A constructed example, not a real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GAP, ONE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4696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I NEED TO LEARN THIS?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228346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15722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HAVE I EVER GENUINELY PRACTICED THIS?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309372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6748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I PROVE THAT I ALREADY HAVE?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90398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GAP, ONE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Name the gap you are actually looking 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Career Decision Evidence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to Do When Your Work Is Valued but You Are Overlooked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