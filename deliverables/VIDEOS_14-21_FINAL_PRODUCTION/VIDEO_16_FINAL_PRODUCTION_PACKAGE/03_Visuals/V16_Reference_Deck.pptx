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RELIED ON, THEN SKIPPED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93421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15011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They call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65353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When it is urgent. When it breaks. When someone new needs to understand how the work really works.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193421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215011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They skip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65353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When the interesting assignment is handed out. When the promotion list comes around. When the bigger scope is discussed.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45135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That is not the same problem as being invisible.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 CHANGE HOW YOU BEHAVE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651000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5600" y="1651000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7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Is the work seen?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32406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5600" y="2232406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7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Is it attributed to you?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2813812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5600" y="2813812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7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Trusted to deliver, or considered for scope?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395218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5600" y="3395218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7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Is the obstacle one you can remove?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WHERE GOOD WORK DISAPPEARS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INTO A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9235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That now runs smoothly.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755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755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INTO A TEAM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7550" y="26543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Where everyone delivered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9100" y="1587500"/>
            <a:ext cx="313055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39100" y="18034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INTO PREVENTION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9100" y="2654300"/>
            <a:ext cx="31305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0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Where the evidence is that the problem did not happen.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401828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better the system works, the easier it is for the work that made it work to become invisible.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TWO DIFFERENT JUDGMENTS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952879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16877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Trusted to deliver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672207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You are the reason a difficult area runs smoothly.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1952879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216877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Considered for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672207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separate judgment, made by the same people, about the same person.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112641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That can make indispensability feel like recognition while functioning like a ceiling.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HINGE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952879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16877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Does not know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672207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An information problem. Frustrating, but it may be fixable.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1952879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216877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Knows and does not 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672207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Not an information problem. More explanation is probably not the missing ingredient.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112641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You cannot know which situation you are in until the information problem is gone.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A CLEARER RECORD DOES NOT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936496"/>
            <a:ext cx="23495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2152396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10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BIAS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568956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It does not override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9500" y="1936496"/>
            <a:ext cx="23495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9500" y="2152396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10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 ROLE THAT DOES NOT EXIST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9500" y="3148076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It does not create 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3000" y="1936496"/>
            <a:ext cx="23495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23000" y="2152396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10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 BUDGET YOU DO NOT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3000" y="3148076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It does not move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6500" y="1936496"/>
            <a:ext cx="23495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6500" y="2152396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10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 MANAGER WHO HAS DECIDED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6500" y="3148076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It does not change them.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000" y="412902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it does is remove the obstacle you can remove, so that whatever remains becomes easier to see.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PIECES OF WORK. FOUR LINES EACH.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651000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5600" y="1651000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was true 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246884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5600" y="2246884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you decided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2842768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5600" y="2842768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changed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438652"/>
            <a:ext cx="6096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5600" y="3438652"/>
            <a:ext cx="9550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evidence supports the account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416153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Do not rely on everyone knows I am strong. Make the work inspectable.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45668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Being needed is not the same as being considered for what comes next.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0360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START SMALLER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551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Write one decision you made and what it changed.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91668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Keep the Proof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633976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9387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temidayoafonja.com/keep-the-proof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681480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06248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92680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How to Show Your Impact at Work When You Built It From Scratch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4751832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Video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