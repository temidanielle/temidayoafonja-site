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0619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explanation matters. But it is not the whole return.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7931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from before is still current, what needs updating, and what do I genuinely need to rebuild?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SORT IT INTO THREE BUCKETS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STILL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Capability that survives time away.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NEEDS UPDATING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Decay, and change in the field.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NEEDS REBUILDING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6543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part that does not travel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6779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Instead of treating your whole career as current or obsolete.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INSIDE THOSE BUCKETS, PAY ATTENTION TO SIX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stayed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17449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17449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decayed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69798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69798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changed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22148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22148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changed in your circumstances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74497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74497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is unproven rather than absent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26847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5600" y="426847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genuinely has to be rebuilt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6395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Unproven is not the same as absent.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82155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You may still know how to do something and simply have no recent evidence that another person can inspect.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IF IT IS UNPROVEN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response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To relearn it from the beginning.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response may 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To create a current instance. A bounded project, a permitted work sample, a short contract, volunteer work, refreshed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513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If it is genuinely absent, that belongs in the third bucket.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ILLUSTRATION  ·  CONSTRUCTED EXAMPLE, NOT A REAL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STILL 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58750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to structure an analysis and challenge a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023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NEEDS UPDATING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58673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reporting system and newer automation.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4947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UNPROVEN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58597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 reconciliations, with no recent example.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64870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NEEDS REBUILDING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458520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regulatory area that changed substantially.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MARKET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4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better explanation does not make every employer 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5086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stronger return record does is keep you from arguing for the wrong 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SHORT 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122043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37943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is current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4137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With evidence for each item.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122043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337943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you are rebuilding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21779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With a date attached.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4347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Started in September and will complete in November is a different signal from I plan to refresh this.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Choose one thing you are rebuilding and put a date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Field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Explain a Career That Looks All Over the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