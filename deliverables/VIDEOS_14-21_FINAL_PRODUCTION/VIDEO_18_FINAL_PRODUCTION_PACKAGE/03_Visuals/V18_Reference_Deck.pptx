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HOW THE OFFER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061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congratulate you before they describe the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793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Management is often offered as a reward. But it is not a reward. It is a different job.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 A HIGHER AND A LOWER VERSION OF ONE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Senior individual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days. Different skills. Different hard parts.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days. Different skills. Different hard parts.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JOBS. Side by side, not a ladder.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FIVE THINGS THAT DO NOT MOVE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4688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4688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4276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4276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Compensation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3865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3865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03453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403453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People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7574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role can increase your responsibility without increasing your authority.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FOUR QUESTIONS BEFORE YOU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does the job consume?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Does the other path really exist 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authority comes with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8208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8208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Can you come back?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ACTUALLY FILLS THE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412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4571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ONE-TO-ONES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7375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hiring.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22412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0" y="24571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PERFORMANCE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1633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planning.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22412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4571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REPORTING UPWARD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31633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absorbing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6500" y="22412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6500" y="24571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287375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 work you will not personally 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41442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 two managers what their last ordinary week actually contained.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DOES THE OTHER PATH REALLY EXIST 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2247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Ask for names.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973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Ask what those people are trusted to decide. Ask how their scope and compensation compare with management at the same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COMPARE THE TWO 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0337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1927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can decide without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9913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Budget. Hiring. Prioritization. Saying no. Changing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0337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1927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will be answerable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19913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this list is much longer, name that before you accept.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8218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Responsibility without enough authority is not a small detail of the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NEITHER ANSWER IS THE BRAVE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5776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Pick the path whose hard parts you would rather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877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Inside the organization you actually work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CHOOSE THE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Choose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 Your Work Is Valued but You Are Overlooked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