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1.</a:t>
            </a:r>
          </a:p>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1.</a:t>
            </a:r>
          </a:p>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2:32.</a:t>
            </a:r>
          </a:p>
          <a:p>
            <a:r>
              <a:t>Slide 3 — 1 — Will the Work Change?.</a:t>
            </a:r>
          </a:p>
          <a:p>
            <a:r>
              <a:t>Cue — the line that lands on this slide: “The first question is whether the work itself will actually change.”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3:51.</a:t>
            </a:r>
          </a:p>
          <a:p>
            <a:r>
              <a:t>Slide 5 — 2 — Will Your Judgment Expand?.</a:t>
            </a:r>
          </a:p>
          <a:p>
            <a:r>
              <a:t>Cue — the line that lands on this slide: “The second question is whether your judgment will expand.”</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3:55.</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ORGANIZATIONAL LAYER is on this slide: the people who value you most may still see you through the role they already know you for. Deliver it as description, not grievance — “That is not disloyalty. It is how organizations remember people.”</a:t>
            </a:r>
          </a:p>
          <a:p>
            <a:r>
              <a:t>Then it is translated straight back to the viewer: the story people inside an organization tell about you can lag behind what you are actually ready to do now, and closing that gap is maintenance, not self-promotion. Do not cut the translation — without it the section becomes an HR observation. Note the bounded form: “can lag”, with no timescale attached.</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3:55.</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ORGANIZATIONAL LAYER is on this slide: the people who value you most may still see you through the role they already know you for. Deliver it as description, not grievance — “That is not disloyalty. It is how organizations remember people.”</a:t>
            </a:r>
          </a:p>
          <a:p>
            <a:r>
              <a:t>Then it is translated straight back to the viewer: the story people inside an organization tell about you can lag behind what you are actually ready to do now, and closing that gap is maintenance, not self-promotion. Do not cut the translation — without it the section becomes an HR observation. Note the bounded form: “can lag”, with no timescale attached.</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5:36.</a:t>
            </a:r>
          </a:p>
          <a:p>
            <a:r>
              <a:t>Slide 7 — 3 — Will the Evidence Travel?.</a:t>
            </a:r>
          </a:p>
          <a:p>
            <a:r>
              <a:t>Cue — the line that lands on this slide: “The third question is whether the evidence will travel.”</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8.</a:t>
            </a:r>
          </a:p>
          <a:p>
            <a:r>
              <a:t>Timing: approximately 5:39.</a:t>
            </a:r>
          </a:p>
          <a:p>
            <a:r>
              <a:t>Slide 8 — Result / Judgment / Range.</a:t>
            </a:r>
          </a:p>
          <a:p>
            <a:r>
              <a:t>Cue — the line that lands on this slide: “In eighteen months, when this move is finished, what will you be able to show for it?.”</a:t>
            </a:r>
          </a:p>
          <a:p>
            <a:r>
              <a:t>RESULT / JUDGMENT / RANGE. Reveal one at a time.</a:t>
            </a:r>
          </a:p>
          <a:p>
            <a:r>
              <a:t>The honest limit in this section is narrow and must stay narrow: internal moves can be especially easy to describe only in internal language, so if the outcome only makes sense to people inside the company it has to be translated before the viewer assumes the evidence will travel. It is NOT a claim that internal work is generally illegible.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8.</a:t>
            </a:r>
          </a:p>
          <a:p>
            <a:r>
              <a:t>Timing: approximately 5:39.</a:t>
            </a:r>
          </a:p>
          <a:p>
            <a:r>
              <a:t>Slide 8 — Result / Judgment / Range.</a:t>
            </a:r>
          </a:p>
          <a:p>
            <a:r>
              <a:t>Cue — the line that lands on this slide: “In eighteen months, when this move is finished, what will you be able to show for it?.”</a:t>
            </a:r>
          </a:p>
          <a:p>
            <a:r>
              <a:t>RESULT / JUDGMENT / RANGE. Reveal one at a time.</a:t>
            </a:r>
          </a:p>
          <a:p>
            <a:r>
              <a:t>The honest limit in this section is narrow and must stay narrow: internal moves can be especially easy to describe only in internal language, so if the outcome only makes sense to people inside the company it has to be translated before the viewer assumes the evidence will travel. It is NOT a claim that internal work is generally illegible.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8.</a:t>
            </a:r>
          </a:p>
          <a:p>
            <a:r>
              <a:t>Timing: approximately 5:39.</a:t>
            </a:r>
          </a:p>
          <a:p>
            <a:r>
              <a:t>Slide 8 — Result / Judgment / Range.</a:t>
            </a:r>
          </a:p>
          <a:p>
            <a:r>
              <a:t>Cue — the line that lands on this slide: “In eighteen months, when this move is finished, what will you be able to show for it?.”</a:t>
            </a:r>
          </a:p>
          <a:p>
            <a:r>
              <a:t>RESULT / JUDGMENT / RANGE. Reveal one at a time.</a:t>
            </a:r>
          </a:p>
          <a:p>
            <a:r>
              <a:t>The honest limit in this section is narrow and must stay narrow: internal moves can be especially easy to describe only in internal language, so if the outcome only makes sense to people inside the company it has to be translated before the viewer assumes the evidence will travel. It is NOT a claim that internal work is generally illegible.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6:30.</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6:30.</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6:30.</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7:44.</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7:44.</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7:44.</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8:43.</a:t>
            </a:r>
          </a:p>
          <a:p>
            <a:r>
              <a:t>Slide 11 — Career Decision Evidence Check.</a:t>
            </a:r>
          </a:p>
          <a:p>
            <a:r>
              <a:t>Cue — the line that lands on this slide: “If you want a structured way to do this, I made the Career Decision Evidence Check.”</a:t>
            </a:r>
          </a:p>
          <a:p>
            <a:r>
              <a:t>One CTA in this video. Do not add CAR, the Career Evidence 3 Cs, the Field Kit, Keep the Proof or the Career Evidence Starter.</a:t>
            </a:r>
          </a:p>
          <a:p>
            <a:r>
              <a:t>Offered, not announced. CTA production gate: SATISFIED — retain one signed-out link check in the upload SOP.</a:t>
            </a:r>
          </a:p>
          <a:p>
            <a:r>
              <a:t>Single state. Reveal frame 24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9:04.</a:t>
            </a:r>
          </a:p>
          <a:p>
            <a:r>
              <a:t>Slide 12 — Watch Next.</a:t>
            </a:r>
          </a:p>
          <a:p>
            <a:r>
              <a:t>Cue — the line that lands on this slide: “And there is a version of this question that turns up without any move at all.”</a:t>
            </a:r>
          </a:p>
          <a:p>
            <a:r>
              <a:t>The Video 6 route. Card reads “Are You Growing—or Just Being Given More Work?”.</a:t>
            </a:r>
          </a:p>
          <a:p>
            <a:r>
              <a:t>Sign off clean on the last two lines. No music sting.</a:t>
            </a:r>
          </a:p>
          <a:p>
            <a:r>
              <a:t>Single state. Reveal frame 25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