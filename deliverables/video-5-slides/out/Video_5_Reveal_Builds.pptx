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0:25.</a:t>
            </a:r>
          </a:p>
          <a:p/>
          <a:p>
            <a:r>
              <a:t>Begin full screen on Temidayo. This is the first teaching visual and it lands</a:t>
            </a:r>
          </a:p>
          <a:p>
            <a:r>
              <a:t>only after the opening promise.</a:t>
            </a:r>
          </a:p>
          <a:p/>
          <a:p>
            <a:r>
              <a:t>State one holds the main statement. Reveal the second line after the first</a:t>
            </a:r>
          </a:p>
          <a:p>
            <a:r>
              <a:t>statement has been made.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0:25.</a:t>
            </a:r>
          </a:p>
          <a:p/>
          <a:p>
            <a:r>
              <a:t>Begin full screen on Temidayo. This is the first teaching visual and it lands</a:t>
            </a:r>
          </a:p>
          <a:p>
            <a:r>
              <a:t>only after the opening promise.</a:t>
            </a:r>
          </a:p>
          <a:p/>
          <a:p>
            <a:r>
              <a:t>State one holds the main statement. Reveal the second line after the first</a:t>
            </a:r>
          </a:p>
          <a:p>
            <a:r>
              <a:t>statement has been made.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4:40.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do not begin with the title. Ask what will actually be</a:t>
            </a:r>
          </a:p>
          <a:p>
            <a:r>
              <a:t>different on an ordinary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4:40 to 6:45.</a:t>
            </a:r>
          </a:p>
          <a:p/>
          <a:p>
            <a:r>
              <a:t>Section break.</a:t>
            </a:r>
          </a:p>
          <a:p/>
          <a:p>
            <a:r>
              <a:t>This is where more responsibility can be misleading. More volume is not more</a:t>
            </a:r>
          </a:p>
          <a:p>
            <a:r>
              <a:t>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5:05.</a:t>
            </a:r>
          </a:p>
          <a:p/>
          <a:p>
            <a:r>
              <a:t>Show MORE TASKS first, on its own, while the point about volume is made.</a:t>
            </a:r>
          </a:p>
          <a:p/>
          <a:p>
            <a:r>
              <a:t>Then contrast with MORE JUDGMENT and let it carry the weight. Neither example</a:t>
            </a:r>
          </a:p>
          <a:p>
            <a:r>
              <a:t>makes the operational task unimportant. The distinction is what the work is</a:t>
            </a:r>
          </a:p>
          <a:p>
            <a:r>
              <a:t>forming.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5:05.</a:t>
            </a:r>
          </a:p>
          <a:p/>
          <a:p>
            <a:r>
              <a:t>Show MORE TASKS first, on its own, while the point about volume is made.</a:t>
            </a:r>
          </a:p>
          <a:p/>
          <a:p>
            <a:r>
              <a:t>Then contrast with MORE JUDGMENT and let it carry the weight. Neither example</a:t>
            </a:r>
          </a:p>
          <a:p>
            <a:r>
              <a:t>makes the operational task unimportant. The distinction is what the work is</a:t>
            </a:r>
          </a:p>
          <a:p>
            <a:r>
              <a:t>forming.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8:50.</a:t>
            </a:r>
          </a:p>
          <a:p/>
          <a:p>
            <a:r>
              <a:t>Section break.</a:t>
            </a:r>
          </a:p>
          <a:p/>
          <a:p>
            <a:r>
              <a:t>Internal credibility can be powerful inside one company and almost invisible</a:t>
            </a:r>
          </a:p>
          <a:p>
            <a:r>
              <a:t>outside it. Portable evidence does not mean taking confidential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11:20.</a:t>
            </a:r>
          </a:p>
          <a:p/>
          <a:p>
            <a:r>
              <a:t>Simple CTA card. No competing offer on screen. Do not add Keep the Proof or the</a:t>
            </a:r>
          </a:p>
          <a:p>
            <a:r>
              <a:t>Capability Formation Field Kit.</a:t>
            </a:r>
          </a:p>
          <a:p/>
          <a:p>
            <a:r>
              <a:t>PUBLICATION GATE: temidayoafonja.com/career-decisions is not live yet. The page</a:t>
            </a:r>
          </a:p>
          <a:p>
            <a:r>
              <a:t>must exist before Video 5 is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 may not need to leave, but you do need different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906000" cy="161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DIFFERENT EMPLOYER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NOT THE ONLY WAY TO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ACCESS DIFFERENT 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906000" cy="161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DIFFERENT EMPLOYER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NOT THE ONLY WAY TO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ACCESS DIFFERENT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3815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87900"/>
            <a:ext cx="4445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INTERNAL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4876800"/>
            <a:ext cx="215900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0" y="4941570"/>
            <a:ext cx="215900" cy="381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320000">
            <a:off x="4152900" y="4803394"/>
            <a:ext cx="38100" cy="226695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6600" y="4787900"/>
            <a:ext cx="5715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AUTOMATIC GROWTH.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464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9083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YOUR JUDGMENT EXPAND?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592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464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9083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YOUR JUDGMENT EXPAND?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592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2672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42291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EVIDENCE TRAVEL?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488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56000"/>
            <a:ext cx="10287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be different on an ordinary Monday?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7211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700" y="35052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STAKEHOLDERS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7211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700" y="35052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STAKEHOLDERS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7244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3700" y="45085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YOUR JUDGMENT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56000"/>
            <a:ext cx="10287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you notice, weigh, recommend or own?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540000"/>
            <a:ext cx="4191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1115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441700"/>
            <a:ext cx="419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Absorption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540000"/>
            <a:ext cx="4191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1115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441700"/>
            <a:ext cx="419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Absorption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006600"/>
            <a:ext cx="5080000" cy="2565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540000"/>
            <a:ext cx="4191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1115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441700"/>
            <a:ext cx="419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Interpretation • Tradeoffs • Consequence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EVIDENCE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TRAVEL?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56000"/>
            <a:ext cx="10287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Can you explain the work beyond internal language?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637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637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940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28702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you notice or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637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940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28702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you notice or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000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8000" y="4076700"/>
            <a:ext cx="685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new context can you now handle?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718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3500" y="30099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INVESTIGATE OR NEGOTIATE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8100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718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3500" y="30099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INVESTIGATE OR NEGOTIATE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8100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2799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0-1 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3500" y="43180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MOVEMENT, NOT MUCH FORMATION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337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44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211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337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44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211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40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51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will success be measured?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95500"/>
            <a:ext cx="10160000" cy="1225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DECISION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5941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949700"/>
            <a:ext cx="990600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A free next step for an active stay,</a:t>
            </a:r>
            <a:br/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internal-move or leave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5080000"/>
            <a:ext cx="9906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ARE YOU GROWING—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JUST BEING GIVEN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