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0:38.</a:t>
            </a:r>
          </a:p>
          <a:p>
            <a:r>
              <a:t>Bring this up only after the H.I.T. opening has fully landed: the hook, SAME COMPANY / DIFFERENT WORK, the maternity-return proof and the three questions.</a:t>
            </a:r>
          </a:p>
          <a:p>
            <a:r>
              <a:t>State one holds the main statement. Reveal the INTERNAL MOVE ≠ AUTOMATIC GROWTH line after the first statement has been made.</a:t>
            </a:r>
          </a:p>
          <a:p>
            <a:r>
              <a:t>The not-equal sign is drawn rather than typeset: no brand font contains that glyph.</a:t>
            </a:r>
          </a:p>
          <a:p>
            <a:r>
              <a:t>Hold through the organizational turn that follows — an internal move is also a decision the organization is making about what it will trust this person to do next. That passage is carried by Temidayo on camera, not by a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0:38.</a:t>
            </a:r>
          </a:p>
          <a:p>
            <a:r>
              <a:t>Bring this up only after the H.I.T. opening has fully landed: the hook, SAME COMPANY / DIFFERENT WORK, the maternity-return proof and the three questions.</a:t>
            </a:r>
          </a:p>
          <a:p>
            <a:r>
              <a:t>State one holds the main statement. Reveal the INTERNAL MOVE ≠ AUTOMATIC GROWTH line after the first statement has been made.</a:t>
            </a:r>
          </a:p>
          <a:p>
            <a:r>
              <a:t>The not-equal sign is drawn rather than typeset: no brand font contains that glyph.</a:t>
            </a:r>
          </a:p>
          <a:p>
            <a:r>
              <a:t>Hold through the organizational turn that follows — an internal move is also a decision the organization is making about what it will trust this person to do next. That passage is carried by Temidayo on camera, not by a new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1:58.</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1:58.</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1:58.</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2:14, holding to about 2:38.</a:t>
            </a:r>
          </a:p>
          <a:p>
            <a:r>
              <a:t>Section break. Hold briefly, then return to presenter.</a:t>
            </a:r>
          </a:p>
          <a:p>
            <a:r>
              <a:t>The point being carried: do not begin with the title. Ask what will actually be different on an ordinary Monday.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2:38.</a:t>
            </a:r>
          </a:p>
          <a:p>
            <a:r>
              <a:t>Reveal one line at a time as each is named.</a:t>
            </a:r>
          </a:p>
          <a:p>
            <a:r>
              <a:t>These are the four things to look for before calling a move real access. If none of them can be named, the first answer may be no.</a:t>
            </a:r>
          </a:p>
          <a:p>
            <a:r>
              <a:t>Stay on this slide through the recognition passage: familiarity can hide a weak move, and sometimes the organizational problem is not capability but recognition. Do not build a new graphic for it and do not imply discrimination or deliberate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2:38.</a:t>
            </a:r>
          </a:p>
          <a:p>
            <a:r>
              <a:t>Reveal one line at a time as each is named.</a:t>
            </a:r>
          </a:p>
          <a:p>
            <a:r>
              <a:t>These are the four things to look for before calling a move real access. If none of them can be named, the first answer may be no.</a:t>
            </a:r>
          </a:p>
          <a:p>
            <a:r>
              <a:t>Stay on this slide through the recognition passage: familiarity can hide a weak move, and sometimes the organizational problem is not capability but recognition. Do not build a new graphic for it and do not imply discrimination or deliberate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2:38.</a:t>
            </a:r>
          </a:p>
          <a:p>
            <a:r>
              <a:t>Reveal one line at a time as each is named.</a:t>
            </a:r>
          </a:p>
          <a:p>
            <a:r>
              <a:t>These are the four things to look for before calling a move real access. If none of them can be named, the first answer may be no.</a:t>
            </a:r>
          </a:p>
          <a:p>
            <a:r>
              <a:t>Stay on this slide through the recognition passage: familiarity can hide a weak move, and sometimes the organizational problem is not capability but recognition. Do not build a new graphic for it and do not imply discrimination or deliberate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2:38.</a:t>
            </a:r>
          </a:p>
          <a:p>
            <a:r>
              <a:t>Reveal one line at a time as each is named.</a:t>
            </a:r>
          </a:p>
          <a:p>
            <a:r>
              <a:t>These are the four things to look for before calling a move real access. If none of them can be named, the first answer may be no.</a:t>
            </a:r>
          </a:p>
          <a:p>
            <a:r>
              <a:t>Stay on this slide through the recognition passage: familiarity can hide a weak move, and sometimes the organizational problem is not capability but recognition. Do not build a new graphic for it and do not imply discrimination or deliberate resistance.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4:32, holding to about 4:39.</a:t>
            </a:r>
          </a:p>
          <a:p>
            <a:r>
              <a:t>Section break.</a:t>
            </a:r>
          </a:p>
          <a:p>
            <a:r>
              <a:t>This is where more responsibility can be misleading.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4:39.</a:t>
            </a:r>
          </a:p>
          <a:p>
            <a:r>
              <a:t>Show MORE TASKS first, on its own, while the point about volume is made.</a:t>
            </a:r>
          </a:p>
          <a:p>
            <a:r>
              <a:t>Then contrast with MORE JUDGMENT and let it carry the weight. Neither example makes the operational task unimportant. The distinction is what the work is forming.</a:t>
            </a:r>
          </a:p>
          <a:p>
            <a:r>
              <a:t>Hold long enough to cover the authority point and the organizational line: a stretch opportunity is developmental when the person is trusted with more judgment, not simply handed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4:39.</a:t>
            </a:r>
          </a:p>
          <a:p>
            <a:r>
              <a:t>Show MORE TASKS first, on its own, while the point about volume is made.</a:t>
            </a:r>
          </a:p>
          <a:p>
            <a:r>
              <a:t>Then contrast with MORE JUDGMENT and let it carry the weight. Neither example makes the operational task unimportant. The distinction is what the work is forming.</a:t>
            </a:r>
          </a:p>
          <a:p>
            <a:r>
              <a:t>Hold long enough to cover the authority point and the organizational line: a stretch opportunity is developmental when the person is trusted with more judgment, not simply handed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6:40, holding to about 7:00.</a:t>
            </a:r>
          </a:p>
          <a:p>
            <a:r>
              <a:t>Section break.</a:t>
            </a:r>
          </a:p>
          <a:p>
            <a:r>
              <a:t>Internal credibility can be powerful inside one company and surprisingly difficult to explain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7:00.</a:t>
            </a:r>
          </a:p>
          <a:p>
            <a:r>
              <a:t>Reveal Result, Judgment and Range sequentially.</a:t>
            </a:r>
          </a:p>
          <a:p>
            <a:r>
              <a:t>A move becomes more portable when it creates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7:00.</a:t>
            </a:r>
          </a:p>
          <a:p>
            <a:r>
              <a:t>Reveal Result, Judgment and Range sequentially.</a:t>
            </a:r>
          </a:p>
          <a:p>
            <a:r>
              <a:t>A move becomes more portable when it creates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7:00.</a:t>
            </a:r>
          </a:p>
          <a:p>
            <a:r>
              <a:t>Reveal Result, Judgment and Range sequentially.</a:t>
            </a:r>
          </a:p>
          <a:p>
            <a:r>
              <a:t>A move becomes more portable when it creates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8:00.</a:t>
            </a:r>
          </a:p>
          <a:p>
            <a:r>
              <a:t>Reveal rows one at a time. Do not gamify the read.</a:t>
            </a:r>
          </a:p>
          <a:p>
            <a:r>
              <a:t>Two yeses is not a rejection. Identify the missing dimension and investigate whether it can be designed into the move.</a:t>
            </a:r>
          </a:p>
          <a:p>
            <a:r>
              <a:t>Zero or one yes may still be the right choice for pay, flexibility, stability, benefits or a better manager. Just not a formation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8:00.</a:t>
            </a:r>
          </a:p>
          <a:p>
            <a:r>
              <a:t>Reveal rows one at a time. Do not gamify the read.</a:t>
            </a:r>
          </a:p>
          <a:p>
            <a:r>
              <a:t>Two yeses is not a rejection. Identify the missing dimension and investigate whether it can be designed into the move.</a:t>
            </a:r>
          </a:p>
          <a:p>
            <a:r>
              <a:t>Zero or one yes may still be the right choice for pay, flexibility, stability, benefits or a better manager. Just not a formation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8:00.</a:t>
            </a:r>
          </a:p>
          <a:p>
            <a:r>
              <a:t>Reveal rows one at a time. Do not gamify the read.</a:t>
            </a:r>
          </a:p>
          <a:p>
            <a:r>
              <a:t>Two yeses is not a rejection. Identify the missing dimension and investigate whether it can be designed into the move.</a:t>
            </a:r>
          </a:p>
          <a:p>
            <a:r>
              <a:t>Zero or one yes may still be the right choice for pay, flexibility, stability, benefits or a better manager. Just not a formation case.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9:00.</a:t>
            </a:r>
          </a:p>
          <a:p>
            <a:r>
              <a:t>Progressive reveal, one prompt at a time.</a:t>
            </a:r>
          </a:p>
          <a:p>
            <a:r>
              <a:t>These are for the internal hiring conversation. Listen for concrete work, not encouraging adjectives.</a:t>
            </a:r>
          </a:p>
          <a:p>
            <a:r>
              <a:t>Stay with this slide through the organizational read and the limits section: what the answers say about the opportunity's design, why an internal move can fail even when the person is capable, the same three questions applied to an external offer, and the health, safety, harassment, discrimination, caregiving, location, immigration, energy and timing boundaries. Presenter carries all of it;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9:00.</a:t>
            </a:r>
          </a:p>
          <a:p>
            <a:r>
              <a:t>Progressive reveal, one prompt at a time.</a:t>
            </a:r>
          </a:p>
          <a:p>
            <a:r>
              <a:t>These are for the internal hiring conversation. Listen for concrete work, not encouraging adjectives.</a:t>
            </a:r>
          </a:p>
          <a:p>
            <a:r>
              <a:t>Stay with this slide through the organizational read and the limits section: what the answers say about the opportunity's design, why an internal move can fail even when the person is capable, the same three questions applied to an external offer, and the health, safety, harassment, discrimination, caregiving, location, immigration, energy and timing boundaries. Presenter carries all of it;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9:00.</a:t>
            </a:r>
          </a:p>
          <a:p>
            <a:r>
              <a:t>Progressive reveal, one prompt at a time.</a:t>
            </a:r>
          </a:p>
          <a:p>
            <a:r>
              <a:t>These are for the internal hiring conversation. Listen for concrete work, not encouraging adjectives.</a:t>
            </a:r>
          </a:p>
          <a:p>
            <a:r>
              <a:t>Stay with this slide through the organizational read and the limits section: what the answers say about the opportunity's design, why an internal move can fail even when the person is capable, the same three questions applied to an external offer, and the health, safety, harassment, discrimination, caregiving, location, immigration, energy and timing boundaries. Presenter carries all of it;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11:17.</a:t>
            </a:r>
          </a:p>
          <a:p>
            <a:r>
              <a:t>Simple CTA card. No competing offer on screen. Do not add Keep the Proof, the Capability Formation Field Kit or the Career Evidence Starter.</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11:45 to the end, about 12:09.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you may not need to leave, but the next move should increase what you can carry.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