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2:32.</a:t>
            </a:r>
          </a:p>
          <a:p>
            <a:r>
              <a:t>Slide 3 — 1 — Will the Work Change?.</a:t>
            </a:r>
          </a:p>
          <a:p>
            <a:r>
              <a:t>Cue — the line that lands on this slide: “The first question is whether the work itself will actually change.”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3:51.</a:t>
            </a:r>
          </a:p>
          <a:p>
            <a:r>
              <a:t>Slide 5 — 2 — Will Your Judgment Expand?.</a:t>
            </a:r>
          </a:p>
          <a:p>
            <a:r>
              <a:t>Cue — the line that lands on this slide: “The second question is whether your judgment will expand.”</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3:55.</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organizations remember people.”</a:t>
            </a:r>
          </a:p>
          <a:p>
            <a:r>
              <a:t>Then it is translated straight back to the viewer: the story people inside an organization tell about you can lag behind what you are actually ready to do now, and closing that gap is maintenance, not self-promotion. Do not cut the translation — without it the section becomes an HR observation. Note the bounded form: “can lag”, with no timescale attached.</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3:55.</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organizations remember people.”</a:t>
            </a:r>
          </a:p>
          <a:p>
            <a:r>
              <a:t>Then it is translated straight back to the viewer: the story people inside an organization tell about you can lag behind what you are actually ready to do now, and closing that gap is maintenance, not self-promotion. Do not cut the translation — without it the section becomes an HR observation. Note the bounded form: “can lag”, with no timescale attached.</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5:36.</a:t>
            </a:r>
          </a:p>
          <a:p>
            <a:r>
              <a:t>Slide 7 — 3 — Will the Evidence Travel?.</a:t>
            </a:r>
          </a:p>
          <a:p>
            <a:r>
              <a:t>Cue — the line that lands on this slide: “The third question is whether the evidence will travel.”</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8:43.</a:t>
            </a:r>
          </a:p>
          <a:p>
            <a:r>
              <a:t>Slide 11 — Career Decision Evidence Check.</a:t>
            </a:r>
          </a:p>
          <a:p>
            <a:r>
              <a:t>Cue — the line that lands on this slide: “If you want a structured way to do this, I made the Career Decision Evidence Check.”</a:t>
            </a:r>
          </a:p>
          <a:p>
            <a:r>
              <a:t>One CTA in this video. Do not add CAR, the Career Evidence 3 Cs, the Field Kit, Keep the Proof or the Career Evidence Starter.</a:t>
            </a:r>
          </a:p>
          <a:p>
            <a:r>
              <a:t>Offered, not announced. CTA production gate: SATISFIED — retain one signed-out link check in the upload SOP.</a:t>
            </a:r>
          </a:p>
          <a:p>
            <a:r>
              <a:t>Single state. Reveal frame 24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9:04.</a:t>
            </a:r>
          </a:p>
          <a:p>
            <a:r>
              <a:t>Slide 12 — Watch Next.</a:t>
            </a:r>
          </a:p>
          <a:p>
            <a:r>
              <a:t>Cue — the line that lands on this slide: “And there is a version of this question that turns up without any move at all.”</a:t>
            </a:r>
          </a:p>
          <a:p>
            <a:r>
              <a:t>The Video 6 route. Card reads “Are You Growing—or Just Being Given More Work?”.</a:t>
            </a:r>
          </a:p>
          <a:p>
            <a:r>
              <a:t>Sign off clean on the last two lines. No music sting.</a:t>
            </a:r>
          </a:p>
          <a:p>
            <a:r>
              <a:t>Single state. Reveal frame 25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