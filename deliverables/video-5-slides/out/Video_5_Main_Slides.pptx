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0:46.</a:t>
            </a:r>
          </a:p>
          <a:p>
            <a:r>
              <a:t>Bring this up only after the H.I.T. opening has fully landed: the hook, SAME COMPANY / DIFFERENT WORK, "Let me show you what this looked like for me" and the maternity-return proof, then the three questions.</a:t>
            </a:r>
          </a:p>
          <a:p>
            <a:r>
              <a:t>State one holds the main statement. Reveal the INTERNAL MOVE ≠ AUTOMATIC GROWTH line after the first statement has been made.</a:t>
            </a:r>
          </a:p>
          <a:p>
            <a:r>
              <a:t>The not-equal sign is drawn rather than typeset: no brand font contains that glyph.</a:t>
            </a:r>
          </a:p>
          <a:p>
            <a:r>
              <a:t>Direct address: this section carries the one channel-positioning sentence about experienced professionals, and then returns immediately to "you." Hold on Temidayo through "And I want to help you do the same here" — do not cover it with a graphic.</a:t>
            </a:r>
          </a:p>
          <a:p>
            <a:r>
              <a:t>Hold through the organizational turn that follows: an internal move is also a decision about what the viewer's organization is willing to trust them to do next. Temidayo carries that on camera; no new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2:19.</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2:37, holding to about 3:04.</a:t>
            </a:r>
          </a:p>
          <a:p>
            <a:r>
              <a:t>Section break. Hold briefly, then return to presenter.</a:t>
            </a:r>
          </a:p>
          <a:p>
            <a:r>
              <a:t>The point being carried: do not start with the title. Temidayo asks the viewer to picture an ordinary Monday in the new role and say what would actually be different. Those are direct questions to one person — keep them attached to her face.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3:04.</a:t>
            </a:r>
          </a:p>
          <a:p>
            <a:r>
              <a:t>Reveal one line at a time as each is named.</a:t>
            </a:r>
          </a:p>
          <a:p>
            <a:r>
              <a:t>These are the four places to look for change before calling a move real access.</a:t>
            </a:r>
          </a:p>
          <a:p>
            <a:r>
              <a:t>Stay on this slide through the recognition passage at about 3:49: familiarity can make a weak move look stronger than it is, and the problem may not be the viewer's capability but whether people can see them beyond the work they are already known for. Do not build a new graphic for it, and do not imply discrimination or deliberate resistance.</a:t>
            </a:r>
          </a:p>
          <a:p>
            <a:r>
              <a:t>Also carried here: the limit. A move that does not change the work may still be right for pay, flexibility, a better manager or stability. Temidayo names those as legitimate. Do not cut the qualifier.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5:24, holding to about 5:33.</a:t>
            </a:r>
          </a:p>
          <a:p>
            <a:r>
              <a:t>Section break.</a:t>
            </a:r>
          </a:p>
          <a:p>
            <a:r>
              <a:t>This is where Temidayo asks the viewer to be careful with the phrase "more responsibility." More volume is not more judgment.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5:33.</a:t>
            </a:r>
          </a:p>
          <a:p>
            <a:r>
              <a:t>Show MORE TASKS first, on its own, while the point about volume is made.</a:t>
            </a:r>
          </a:p>
          <a:p>
            <a:r>
              <a:t>Then contrast with MORE JUDGMENT and let it carry the weight. Temidayo is explicit that she is not saying the operational task does not matter — she is asking what the work is forming in the viewer. Keep that distinction intact.</a:t>
            </a:r>
          </a:p>
          <a:p>
            <a:r>
              <a:t>Hold long enough to cover the authority point and the organizational line: a stretch opportunity becomes developmental when the viewer is trusted with more judgment, not simply handed more volume.</a:t>
            </a:r>
          </a:p>
          <a:p>
            <a:r>
              <a:t>"So here is what I would ask you" is a relational beat.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7:43, holding to about 8:07.</a:t>
            </a:r>
          </a:p>
          <a:p>
            <a:r>
              <a:t>Section break.</a:t>
            </a:r>
          </a:p>
          <a:p>
            <a:r>
              <a:t>The viewer's credibility inside the company may not automatically make sense outside it. Portable evidence does not mean taking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8:07.</a:t>
            </a:r>
          </a:p>
          <a:p>
            <a:r>
              <a:t>Reveal Result, Judgment and Range sequentially.</a:t>
            </a:r>
          </a:p>
          <a:p>
            <a:r>
              <a:t>A move becomes more portable when it creates all three. "I want you to be able to say…" is spoken to one person — do not cut away from her for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9:11.</a:t>
            </a:r>
          </a:p>
          <a:p>
            <a:r>
              <a:t>Reveal rows one at a time. Do not gamify the read.</a:t>
            </a:r>
          </a:p>
          <a:p>
            <a:r>
              <a:t>Two yeses is not a rejection. Temidayo gives the viewer the concrete questions to ask about the missing dimension.</a:t>
            </a:r>
          </a:p>
          <a:p>
            <a:r>
              <a:t>Zero or one yes may still be exactly the right choice for pay, flexibility, stability, benefits or a better manager. Keep "you do not have to call every useful move growth" — it is the closing line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10:26.</a:t>
            </a:r>
          </a:p>
          <a:p>
            <a:r>
              <a:t>Progressive reveal, one prompt at a time.</a:t>
            </a:r>
          </a:p>
          <a:p>
            <a:r>
              <a:t>These are for the viewer's internal hiring conversation. Listen for concrete work, not encouraging adjectives.</a:t>
            </a:r>
          </a:p>
          <a:p>
            <a:r>
              <a:t>Stay with this slide through the organizational read and the limits section: what the answers say about how the opportunity is designed, that a capable person can still land in a poorly designed role, the same three questions applied to an external offer, and — from about 11:59 — the health, safety, harassment, discrimination, caregiving, location, immigration, energy and timing boundaries. Temidayo carries all of it; no new slide.</a:t>
            </a:r>
          </a:p>
          <a:p>
            <a:r>
              <a:t>"I want you to compare which option gives you meaningful access…" is a relational beat. Do not trim it for pace.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12:45.</a:t>
            </a:r>
          </a:p>
          <a:p>
            <a:r>
              <a:t>Simple CTA card. No competing offer on screen. Do not add Keep the Proof, the Capability Formation Field Kit or the Career Evidence Starter.</a:t>
            </a:r>
          </a:p>
          <a:p>
            <a:r>
              <a:t>Note the v3.1 phrasing: "I made the Career Decision Evidence Check to help you organize the evidence behind that choice." It is offered, not announced. Keep it that way.</a:t>
            </a:r>
          </a:p>
          <a:p>
            <a:r>
              <a:t>CTA PRODUCTION GATE: SATISFIED. temidayoafonja.com/career-decisions is live and the core production journey has been verified. Video 5 is not blocked on it. Retain one normal signed-out link check in the final upload SOP.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13:14 to the end, about 13:39.</a:t>
            </a:r>
          </a:p>
          <a:p>
            <a:r>
              <a:t>All content is held left of x=1130 so the right side stays clear for YouTube end-screen elements.</a:t>
            </a:r>
          </a:p>
          <a:p>
            <a:r>
              <a:t>Watch next is Video 6, Are You Growing—or Just Being Given More Work? Use direct end-screen routing once Video 6 is public; before that, the Career Portability playlist. Do not leave Subscribe as the only end-screen element.</a:t>
            </a:r>
          </a:p>
          <a:p>
            <a:r>
              <a:t>Closing lines are spoken to one person: "You may not need to leave. But your next move should increase what you can carry." Stay on Temidayo for both.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