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1:31.</a:t>
            </a:r>
          </a:p>
          <a:p>
            <a:r>
              <a:t>Slide 1 — Core Distinction.</a:t>
            </a:r>
          </a:p>
          <a:p>
            <a:r>
              <a:t>Cue — the line that lands on this slide: “I’m Temidayo Afonja.”</a:t>
            </a:r>
          </a:p>
          <a:p>
            <a:r>
              <a:t>Do NOT open on this slide. Begin full screen on Temidayo and let the whole opening land: the viewer's question, the refusal to answer it generally, the promise of three questions, and then the maternity-return proof at about 0:24.</a:t>
            </a:r>
          </a:p>
          <a:p>
            <a:r>
              <a:t>FACTUAL BOUNDARY, exact: about six months after Temidayo came back from maternity leave, in one chapter of her career, her scope expanded beyond the original box of the role. The meaningful part was being trusted with DIFFERENT work, not more of the same. No employer, assignment, result, promotion, metric or conversation.</a:t>
            </a:r>
          </a:p>
          <a:p>
            <a:r>
              <a:t>NO MATERNITY OR BABY IMAGERY of any kind. The proof is her saying what happened.</a:t>
            </a:r>
          </a:p>
          <a:p>
            <a:r>
              <a:t>“I did not see that clearly at the time. I noticed the load first, the way most of us do.” That is the relearning beat, and it is what keeps the story from sounding like hindsight wisdom. Keep it.</a:t>
            </a:r>
          </a:p>
          <a:p>
            <a:r>
              <a:t>State one holds the main statement; reveal INTERNAL MOVE ≠ AUTOMATIC GROWTH after it. The not-equal sign is drawn, not typeset — no brand font has the glyph.</a:t>
            </a:r>
          </a:p>
          <a:p>
            <a:r>
              <a:t>Reveal states: 2.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2:32.</a:t>
            </a:r>
          </a:p>
          <a:p>
            <a:r>
              <a:t>Slide 3 — 1 — Will the Work Change?.</a:t>
            </a:r>
          </a:p>
          <a:p>
            <a:r>
              <a:t>Cue — the line that lands on this slide: “The first question is whether the work itself will actually change.”</a:t>
            </a:r>
          </a:p>
          <a:p>
            <a:r>
              <a:t>Section break only.</a:t>
            </a:r>
          </a:p>
          <a:p>
            <a:r>
              <a:t>Single state. Reveal frame 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2:36.</a:t>
            </a:r>
          </a:p>
          <a:p>
            <a:r>
              <a:t>Slide 4 — Access Test.</a:t>
            </a:r>
          </a:p>
          <a:p>
            <a:r>
              <a:t>Cue — the line that lands on this slide: “And I do not mean the job description.”</a:t>
            </a:r>
          </a:p>
          <a:p>
            <a:r>
              <a:t>The four access variables reveal one at a time, in the order spoken.</a:t>
            </a:r>
          </a:p>
          <a:p>
            <a:r>
              <a:t>“Job descriptions are written to be approved, not to be accurate.” Keep it.</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3:46.</a:t>
            </a:r>
          </a:p>
          <a:p>
            <a:r>
              <a:t>Slide 5 — 2 — Will Your Judgment Expand?.</a:t>
            </a:r>
          </a:p>
          <a:p>
            <a:r>
              <a:t>Cue — the line that lands on this slide: “The second question is whether your judgment will expand.”</a:t>
            </a:r>
          </a:p>
          <a:p>
            <a:r>
              <a:t>Section break only.</a:t>
            </a:r>
          </a:p>
          <a:p>
            <a:r>
              <a:t>Single state. Reveal frame 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3:50.</a:t>
            </a:r>
          </a:p>
          <a:p>
            <a:r>
              <a:t>Slide 6 — More Tasks / More Judgment.</a:t>
            </a:r>
          </a:p>
          <a:p>
            <a:r>
              <a:t>Cue — the line that lands on this slide: “This is the one most of us never ask, because it is hard to see from outside a role.”</a:t>
            </a:r>
          </a:p>
          <a:p>
            <a:r>
              <a:t>MORE TASKS beside MORE JUDGMENT. Reveal both, then hold.</a:t>
            </a:r>
          </a:p>
          <a:p>
            <a:r>
              <a:t>“Not what you will do. What you will decide.” This is the test. Give it room.</a:t>
            </a:r>
          </a:p>
          <a:p>
            <a:r>
              <a:t>THE ORGANISATIONAL LAYER is on this slide: the people who value you most may still see you through the role they already know you for. Deliver it as description, not grievance — “That is not disloyalty. It is how organisations remember people.”</a:t>
            </a:r>
          </a:p>
          <a:p>
            <a:r>
              <a:t>Then it is translated straight back to the viewer: the story your organisation tells about you is a year or two behind what you can do, and closing that gap is maintenance, not self-promotion. Do not cut the translation — without it the section becomes an HR observation.</a:t>
            </a:r>
          </a:p>
          <a:p>
            <a:r>
              <a:t>Reveal states: 2. Reveal frame 12–13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5:28.</a:t>
            </a:r>
          </a:p>
          <a:p>
            <a:r>
              <a:t>Slide 7 — 3 — Will the Evidence Travel?.</a:t>
            </a:r>
          </a:p>
          <a:p>
            <a:r>
              <a:t>Cue — the line that lands on this slide: “The third question is whether the evidence will travel.”</a:t>
            </a:r>
          </a:p>
          <a:p>
            <a:r>
              <a:t>Section break only.</a:t>
            </a:r>
          </a:p>
          <a:p>
            <a:r>
              <a:t>Single state. Reveal frame 14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5:32.</a:t>
            </a:r>
          </a:p>
          <a:p>
            <a:r>
              <a:t>Slide 8 — Result / Judgment / Range.</a:t>
            </a:r>
          </a:p>
          <a:p>
            <a:r>
              <a:t>Cue — the line that lands on this slide: “In eighteen months, when this move is finished, what will you be able to show for it?.”</a:t>
            </a:r>
          </a:p>
          <a:p>
            <a:r>
              <a:t>RESULT / JUDGMENT / RANGE. Reveal one at a time.</a:t>
            </a:r>
          </a:p>
          <a:p>
            <a:r>
              <a:t>The internal-move weakness is the honest limit in this section: a lot of internal work is legible only inside the building.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6:27.</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7:41.</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8:42.</a:t>
            </a:r>
          </a:p>
          <a:p>
            <a:r>
              <a:t>Slide 11 — Career Decision Evidence Check.</a:t>
            </a:r>
          </a:p>
          <a:p>
            <a:r>
              <a:t>Cue — the line that lands on this slide: “If you want a structured way to do this, I made the Career Decision Evidence Check.”</a:t>
            </a:r>
          </a:p>
          <a:p>
            <a:r>
              <a:t>One CTA in this video. Do not add CAR, the Career Evidence 3 Cs, the Field Kit, Keep the Proof or the Career Evidence Starter.</a:t>
            </a:r>
          </a:p>
          <a:p>
            <a:r>
              <a:t>Offered, not announced. CTA production gate: SATISFIED — retain one signed-out link check in the upload SOP.</a:t>
            </a:r>
          </a:p>
          <a:p>
            <a:r>
              <a:t>Single state. Reveal frame 24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9:03.</a:t>
            </a:r>
          </a:p>
          <a:p>
            <a:r>
              <a:t>Slide 12 — Watch Next.</a:t>
            </a:r>
          </a:p>
          <a:p>
            <a:r>
              <a:t>Cue — the line that lands on this slide: “And there is a version of this question that turns up without any move at all.”</a:t>
            </a:r>
          </a:p>
          <a:p>
            <a:r>
              <a:t>The Video 6 route. Card reads “Are You Growing—or Just Being Given More Work?”.</a:t>
            </a:r>
          </a:p>
          <a:p>
            <a:r>
              <a:t>Sign off clean on the last two lines. No music sting.</a:t>
            </a:r>
          </a:p>
          <a:p>
            <a:r>
              <a:t>Single state. Reveal frame 25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