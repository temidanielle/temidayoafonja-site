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No unpublished video is named here or in the spoken line. Set the end-screen</a:t>
            </a:r>
          </a:p>
          <a:p>
            <a:r>
              <a:t>video element at upload: route it directly to the next video if that video is</a:t>
            </a:r>
          </a:p>
          <a:p>
            <a:r>
              <a:t>already public, otherwise to the public Career Portability playlist. Verify</a:t>
            </a:r>
          </a:p>
          <a:p>
            <a:r>
              <a:t>the playlist opens signed out and contains at least one other public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CAN FEEL LIKE A COMPETENCE GAP.</a:t>
            </a:r>
            <a:br/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SOME CONTEXT CAN BE RESEARCHED.</a:t>
            </a:r>
            <a:br/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SOME MUST BE LEARNED THROUGH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 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35200"/>
            <a:ext cx="5715000" cy="1130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386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445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60">
                <a:solidFill>
                  <a:srgbClr val="8E9CB2"/>
                </a:solidFill>
                <a:latin typeface="Montserrat"/>
                <a:ea typeface="Montserrat"/>
                <a:cs typeface="Montserrat"/>
              </a:rPr>
              <a:t>CAREER PIVOTS  ·  INTERNAL MOVES  · 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