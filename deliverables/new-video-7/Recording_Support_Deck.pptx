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01_Busier_Is_Not_More_Capable.png  (Opening consequence)</a:t>
            </a:r>
          </a:p>
          <a:p/>
          <a:p>
            <a:r>
              <a:t>On screen: MORE RESPONSIBILITY CAN MEAN GROWTH. IT CAN ALSO MEAN YOU ABSORB MORE. / BUSIER IS NOT MORE CAPABLE.</a:t>
            </a:r>
          </a:p>
          <a:p/>
          <a:p>
            <a:r>
              <a:t>Script: "Maybe it is. Or maybe the organization has simply learned that you will absorb more."</a:t>
            </a:r>
          </a:p>
          <a:p/>
          <a:p>
            <a:r>
              <a:t>Treatment: True full-screen after the opening scene.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02_CAR_Framework.png  (CAR framework)</a:t>
            </a:r>
          </a:p>
          <a:p/>
          <a:p>
            <a:r>
              <a:t>On screen: C COMPLEXITY / A AUTHORITY / R RETURN</a:t>
            </a:r>
          </a:p>
          <a:p/>
          <a:p>
            <a:r>
              <a:t>Script: "So use the CAR test: Complexity, Authority, Return."</a:t>
            </a:r>
          </a:p>
          <a:p/>
          <a:p>
            <a:r>
              <a:t>Treatment: True full-screen hero graphic. This is the memory device of the video and returns briefly at each section change.</a:t>
            </a:r>
          </a:p>
          <a:p>
            <a:r>
              <a:t>Hold: 9 to 11 seconds on first appearance,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03_Complexity_Comparison.png  (Complexity comparison)</a:t>
            </a:r>
          </a:p>
          <a:p/>
          <a:p>
            <a:r>
              <a:t>On screen: MORE UNITS OF THE SAME PROBLEM  vs.  NEW VARIABLES, AMBIGUITY, TRADEOFFS</a:t>
            </a:r>
          </a:p>
          <a:p/>
          <a:p>
            <a:r>
              <a:t>Script: "Did the problem become more complex, or did the volume simply increase?"</a:t>
            </a:r>
          </a:p>
          <a:p/>
          <a:p>
            <a:r>
              <a:t>Treatment: True full-screen comparison. The right side carries more visual weight.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04_Responsibility_Accountability_Authority.png  (Authority distinction)</a:t>
            </a:r>
          </a:p>
          <a:p/>
          <a:p>
            <a:r>
              <a:t>On screen: RESPONSIBILITY What you carry / ACCOUNTABILITY What you answer for / AUTHORITY What you can influence or decide</a:t>
            </a:r>
          </a:p>
          <a:p/>
          <a:p>
            <a:r>
              <a:t>Script: "Responsibility is what you are expected to carry. Accountability is what you will answer for. Authority is what you can influence or decide."</a:t>
            </a:r>
          </a:p>
          <a:p/>
          <a:p>
            <a:r>
              <a:t>Treatment: True full-screen stacked reveal.</a:t>
            </a:r>
          </a:p>
          <a:p>
            <a:r>
              <a:t>Hold: 10 to 11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05_What_Did_The_Work_Return.png  (Return)</a:t>
            </a:r>
          </a:p>
          <a:p/>
          <a:p>
            <a:r>
              <a:t>On screen: WHAT DID THE WORK RETURN? / Capability, Evidence, Recognition</a:t>
            </a:r>
          </a:p>
          <a:p/>
          <a:p>
            <a:r>
              <a:t>Script: "I would look for return in three places: capability, evidence, and recognition."</a:t>
            </a:r>
          </a:p>
          <a:p/>
          <a:p>
            <a:r>
              <a:t>Treatment: True full-screen three-part reveal.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06_Reading_The_CAR_Pattern.png  (Pattern read)</a:t>
            </a:r>
          </a:p>
          <a:p/>
          <a:p>
            <a:r>
              <a:t>On screen: COMPLEXITY, AUTHORITY, RETURN all rising = REAL GROWTH  /  VOLUME ONLY rising = MORE LOAD</a:t>
            </a:r>
          </a:p>
          <a:p/>
          <a:p>
            <a:r>
              <a:t>Script: "If Complexity, Authority, and Return are all expanding, you are probably looking at real growth."</a:t>
            </a:r>
          </a:p>
          <a:p/>
          <a:p>
            <a:r>
              <a:t>Treatment: True full screen. The lower result must not be punitive or alarmist: no red, no warning icons, no downward arrows styled as failure.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07_The_Scope_Conversation.png  (Scope conversation)</a:t>
            </a:r>
          </a:p>
          <a:p/>
          <a:p>
            <a:r>
              <a:t>On screen: What should remain? / What should come off my plate? / Which decisions belong to me? / When will this be reviewed?</a:t>
            </a:r>
          </a:p>
          <a:p/>
          <a:p>
            <a:r>
              <a:t>Script: "Then take four questions into the conversation with your manager."</a:t>
            </a:r>
          </a:p>
          <a:p/>
          <a:p>
            <a:r>
              <a:t>Treatment: Full-screen progressive questions with breathing room.</a:t>
            </a:r>
          </a:p>
          <a:p>
            <a:r>
              <a:t>Hold: 10 to 12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08_CTA_Capability_Formation_Field_Kit.png  (CTA)</a:t>
            </a:r>
          </a:p>
          <a:p/>
          <a:p>
            <a:r>
              <a:t>On screen: CAPABILITY FORMATION FIELD KIT / temidayoafonja.com/fieldkit</a:t>
            </a:r>
          </a:p>
          <a:p/>
          <a:p>
            <a:r>
              <a:t>Script: "the Capability Formation Field Kit helps you read the evidence in your role. It is linked below."</a:t>
            </a:r>
          </a:p>
          <a:p/>
          <a:p>
            <a:r>
              <a:t>Treatment: True full screen. One product route only in this video.</a:t>
            </a:r>
          </a:p>
          <a:p>
            <a:r>
              <a:t>Hold: 8 to 9 seconds, through the whole CTA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09_Watch_Next_Built_It_From_Scratch.png  (Watch Next)</a:t>
            </a:r>
          </a:p>
          <a:p/>
          <a:p>
            <a:r>
              <a:t>On screen: HOW TO SHOW YOUR IMPACT AT WORK WHEN YOU BUILT IT FROM SCRATCH</a:t>
            </a:r>
          </a:p>
          <a:p/>
          <a:p>
            <a:r>
              <a:t>Script: "In the next video, I will show you how to make that work visible: How to Show Your Impact at Work When You Built It From Scratch."</a:t>
            </a:r>
          </a:p>
          <a:p/>
          <a:p>
            <a:r>
              <a:t>Treatment: True full screen and the FINAL visual of the video. Right of frame kept clear for the YouTube end screen.</a:t>
            </a:r>
          </a:p>
          <a:p>
            <a:r>
              <a:t>Hold: 10 to 14 seconds, through the closing line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2769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MEAN GROWTH.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ALSO MEAN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ABSORB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41835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Busier is not more capable.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CAR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9224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41604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0141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2521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058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83438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 IS FOR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09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Did the problem change, or just the volume?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34149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55739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MORE UNITS OF</a:t>
            </a:r>
            <a:br/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SAME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43725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Capacity is being used.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34149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55739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NEW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406082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Ambiguity  ·  Tradeoffs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IS FOR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Three words people use as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carry.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answer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can influence or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 IS FOR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804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184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98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5678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2793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5173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863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did the work return?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6700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Read the three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8546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30136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COMPLEXITY, AUTHORITY</a:t>
            </a:r>
            <a:br/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AND RETURN RISING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18122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Real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08546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30136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VOLUME ONLY 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80479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More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SCOPE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68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606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should remain?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464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702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656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0894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When will this be reviewed?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 FORMATION FIELD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what your work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actually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See where your options are expanding, and where they are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7449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1259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561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Show Your Impact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at Work When You Built It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From Scratch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