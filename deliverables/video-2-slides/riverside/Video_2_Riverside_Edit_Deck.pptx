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01_Hook_Question_Would_Anyone_Outside_Understand.png</a:t>
            </a:r>
          </a:p>
          <a:p/>
          <a:p>
            <a:r>
              <a:t>Script match: "And somewhere underneath that, there may be a question you have never said out loud. Would anyone outside this company actually understand what I do?"</a:t>
            </a:r>
          </a:p>
          <a:p/>
          <a:p>
            <a:r>
              <a:t>Purpose: Puts the private question on screen so it lands as the viewer's own.</a:t>
            </a:r>
          </a:p>
          <a:p>
            <a:r>
              <a:t>Display: Full screen</a:t>
            </a:r>
          </a:p>
          <a:p>
            <a:r>
              <a:t>Screen time: 5 to 7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02_Valuable_Here_Vs_Legible_Elsewhere.png</a:t>
            </a:r>
          </a:p>
          <a:p/>
          <a:p>
            <a:r>
              <a:t>Script match: "Valuable here and legible elsewhere are two different questions, and doing well at work only answers the first one."</a:t>
            </a:r>
          </a:p>
          <a:p/>
          <a:p>
            <a:r>
              <a:t>Purpose: Carries the central distinction of the video in one comparison.</a:t>
            </a:r>
          </a:p>
          <a:p>
            <a:r>
              <a:t>Display: Full screen</a:t>
            </a:r>
          </a:p>
          <a:p>
            <a:r>
              <a:t>Screen time: 6 to 8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03_Test_One_Remove_The_Company_Nouns.png</a:t>
            </a:r>
          </a:p>
          <a:p/>
          <a:p>
            <a:r>
              <a:t>Script match: "Here is a before. I own the QBR process for this business unit." through to "Same person. Same work. One version travels."</a:t>
            </a:r>
          </a:p>
          <a:p/>
          <a:p>
            <a:r>
              <a:t>Purpose: Shows the rewrite rather than describing it, which is the whole test.</a:t>
            </a:r>
          </a:p>
          <a:p>
            <a:r>
              <a:t>Display: Full screen</a:t>
            </a:r>
          </a:p>
          <a:p>
            <a:r>
              <a:t>Screen time: 7 to 9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04_Test_Two_Outside_Context_Evidence.png</a:t>
            </a:r>
          </a:p>
          <a:p/>
          <a:p>
            <a:r>
              <a:t>Script match: "The second test is to find outside-context evidence."</a:t>
            </a:r>
          </a:p>
          <a:p/>
          <a:p>
            <a:r>
              <a:t>Purpose: Names the test and the one reason it counts more than internal praise.</a:t>
            </a:r>
          </a:p>
          <a:p>
            <a:r>
              <a:t>Display: Full screen</a:t>
            </a:r>
          </a:p>
          <a:p>
            <a:r>
              <a:t>Screen time: 4 to 6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05_Test_Three_New_Judgment_Or_Same_Work_Faster.png</a:t>
            </a:r>
          </a:p>
          <a:p/>
          <a:p>
            <a:r>
              <a:t>Script match: "Is the main change new judgment, or are you mostly doing the same work faster?"</a:t>
            </a:r>
          </a:p>
          <a:p/>
          <a:p>
            <a:r>
              <a:t>Purpose: Makes the distinction the viewer is most likely to get wrong visible.</a:t>
            </a:r>
          </a:p>
          <a:p>
            <a:r>
              <a:t>Display: Full screen</a:t>
            </a:r>
          </a:p>
          <a:p>
            <a:r>
              <a:t>Screen time: 6 to 8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06_The_Three_Tests_Read_The_Pattern.png</a:t>
            </a:r>
          </a:p>
          <a:p/>
          <a:p>
            <a:r>
              <a:t>Script match: "So those are the three. Remove the company nouns. Find outside-context evidence. Read the last 90 days."</a:t>
            </a:r>
          </a:p>
          <a:p/>
          <a:p>
            <a:r>
              <a:t>Purpose: Summarizes the teaching and corrects the one-quarter misreading in the same frame.</a:t>
            </a:r>
          </a:p>
          <a:p>
            <a:r>
              <a:t>Display: Full screen</a:t>
            </a:r>
          </a:p>
          <a:p>
            <a:r>
              <a:t>Screen time: 7 to 9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07_None_Of_This_Means_You_Should_Leave.png</a:t>
            </a:r>
          </a:p>
          <a:p/>
          <a:p>
            <a:r>
              <a:t>Script match: "None of this means you should leave."</a:t>
            </a:r>
          </a:p>
          <a:p/>
          <a:p>
            <a:r>
              <a:t>Purpose: Holds the nuance of the video so the section does not read as a push to quit.</a:t>
            </a:r>
          </a:p>
          <a:p>
            <a:r>
              <a:t>Display: Full screen</a:t>
            </a:r>
          </a:p>
          <a:p>
            <a:r>
              <a:t>Screen time: 4 to 6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08_CTA_Capability_Formation_Field_Kit.png</a:t>
            </a:r>
          </a:p>
          <a:p/>
          <a:p>
            <a:r>
              <a:t>Script match: "If you want a fuller read than three tests can give you, I made the Capability Formation Field Kit."</a:t>
            </a:r>
          </a:p>
          <a:p/>
          <a:p>
            <a:r>
              <a:t>Purpose: Supports the CTA and puts the link on screen while I say it.</a:t>
            </a:r>
          </a:p>
          <a:p>
            <a:r>
              <a:t>Display: CTA</a:t>
            </a:r>
          </a:p>
          <a:p>
            <a:r>
              <a:t>Screen time: 6 to 8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09_Watch_Next_3_Things_Before_Quitting.png</a:t>
            </a:r>
          </a:p>
          <a:p/>
          <a:p>
            <a:r>
              <a:t>Script match: "Watch 3 Things to Do Before Quitting Your Job next."</a:t>
            </a:r>
          </a:p>
          <a:p/>
          <a:p>
            <a:r>
              <a:t>Purpose: Supports the Watch Next ending, with the right of the frame left clear for the YouTube end screen.</a:t>
            </a:r>
          </a:p>
          <a:p>
            <a:r>
              <a:t>Display: Watch Next</a:t>
            </a:r>
          </a:p>
          <a:p>
            <a:r>
              <a:t>Screen time: 6 to 10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QUESTION UNDERNEATH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41401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Would anyone outside</a:t>
            </a:r>
            <a:br/>
            <a:r>
              <a:rPr sz="4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this company understand</a:t>
            </a:r>
            <a:br/>
            <a:r>
              <a:rPr sz="4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I do?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TWO DIFFERENT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63626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Valuable here and legible elsewhere</a:t>
            </a:r>
            <a:br/>
            <a:r>
              <a:rPr sz="3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are different questions.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3009900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3225800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VALUABLE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3700272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Doing good work already answers this.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0000" y="3009900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0" y="3225800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LEGIBLE ELSEWHERE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0" y="3700272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Doing good work does not answer this.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4749292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 translation problem, not a value problem.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TEST 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653667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Remove the company nouns.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2572131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788031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3291459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I own the QBR process for this business unit.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0000" y="2572131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0" y="2788031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AFTER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0" y="3291459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I take incomplete operating data and surface the decision people are avoiding.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4731893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Same person. Same work. One version travels.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TEST TWO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38372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Find outside-context</a:t>
            </a:r>
            <a:br/>
            <a:r>
              <a:rPr sz="4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92753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3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Already tested on people who owed you nothing.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TEST THREE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011045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Read the last 90 days.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2929509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3145409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NEW JUDGMENT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3648837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Your range got bigger.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0000" y="2929509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0" y="3145409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SAME WORK FASTER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0" y="3648837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You got quicker at what you knew.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4374515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Both are fine. Know which one you have.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THREE TESTS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138045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4200" y="2061845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Remove the company nouns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832989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4200" y="2756789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Find outside-context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527933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4200" y="3451733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Read the last 90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286377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Read the pattern across three or four quarters, not 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38372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None of this means</a:t>
            </a:r>
            <a:br/>
            <a:r>
              <a:rPr sz="4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you should leave.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" y="392753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3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The most useful moves do not require going anywhere.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6000" y="99060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9050" y="990600"/>
            <a:ext cx="215900" cy="2159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905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0360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CAPABILITY FORMATION FIELD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4551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Is your job still</a:t>
            </a:r>
            <a:br/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building you?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91668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Private. Nobody at your company sees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4633976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6000" y="493877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temidayoafonja.com/fieldkit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245868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626868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957068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3 Things to Do</a:t>
            </a:r>
            <a:br/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Before Quitting</a:t>
            </a:r>
            <a:br/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Your Job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