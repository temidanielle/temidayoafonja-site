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0:00-0:45</a:t>
            </a:r>
          </a:p>
          <a:p/>
          <a:p>
            <a:r>
              <a:t>Begin full-screen on Temidayo, not on this slide.</a:t>
            </a:r>
          </a:p>
          <a:p/>
          <a:p>
            <a:r>
              <a:t>Exact opening:</a:t>
            </a:r>
          </a:p>
          <a:p/>
          <a:p>
            <a:r>
              <a:t>"A job can make you more valuable inside one company while making you harder</a:t>
            </a:r>
          </a:p>
          <a:p>
            <a:r>
              <a:t>to understand everywhere else. That can happen while you are being praised,</a:t>
            </a:r>
          </a:p>
          <a:p>
            <a:r>
              <a:t>well paid, and the person everyone depends on. In this video, I am going to</a:t>
            </a:r>
          </a:p>
          <a:p>
            <a:r>
              <a:t>give you three tests for whether your current success is expanding your</a:t>
            </a:r>
          </a:p>
          <a:p>
            <a:r>
              <a:t>marketability or quietly narrowing it. By the end, you will know what to strip</a:t>
            </a:r>
          </a:p>
          <a:p>
            <a:r>
              <a:t>away from the way you describe your work, what outside-context evidence to</a:t>
            </a:r>
          </a:p>
          <a:p>
            <a:r>
              <a:t>look for, and what the last 90 days have actually added to your judgment. I am</a:t>
            </a:r>
          </a:p>
          <a:p>
            <a:r>
              <a:t>Temidayo Afonja. On this channel, I help experienced professionals make</a:t>
            </a:r>
          </a:p>
          <a:p>
            <a:r>
              <a:t>clearer career decisions by looking at what their work is actually building in</a:t>
            </a:r>
          </a:p>
          <a:p>
            <a:r>
              <a:t>them."</a:t>
            </a:r>
          </a:p>
          <a:p/>
          <a:p>
            <a:r>
              <a:t>Move to the title only after the three-test promise and the channel line are</a:t>
            </a:r>
          </a:p>
          <a:p>
            <a:r>
              <a:t>clear. Do not make the opening alarmist.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0:45-1:55</a:t>
            </a:r>
          </a:p>
          <a:p/>
          <a:p>
            <a:r>
              <a:t>Speak from ideas. Keep this mostly on camera; the slide is visual tension,</a:t>
            </a:r>
          </a:p>
          <a:p>
            <a:r>
              <a:t>not a lecture frame.</a:t>
            </a:r>
          </a:p>
          <a:p/>
          <a:p>
            <a:r>
              <a:t>Beats: praise can rise while the work becomes more context-bound; pay and</a:t>
            </a:r>
          </a:p>
          <a:p>
            <a:r>
              <a:t>responsibility can rise because you know one environment extremely well;</a:t>
            </a:r>
          </a:p>
          <a:p>
            <a:r>
              <a:t>dependence can come from undocumented knowledge, internal relationships or a</a:t>
            </a:r>
          </a:p>
          <a:p>
            <a:r>
              <a:t>fragile process. None of that is a reason to panic or leave.</a:t>
            </a:r>
          </a:p>
          <a:p/>
          <a:p>
            <a:r>
              <a:t>Exact landing line:</a:t>
            </a:r>
          </a:p>
          <a:p/>
          <a:p>
            <a:r>
              <a:t>"Praise can tell you that you matter here. It cannot tell you how easily your</a:t>
            </a:r>
          </a:p>
          <a:p>
            <a:r>
              <a:t>value travels."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1:55-2:03</a:t>
            </a:r>
          </a:p>
          <a:p/>
          <a:p>
            <a:r>
              <a:t>A section break, four to seven seconds. Say: "The first test is to remove the</a:t>
            </a:r>
          </a:p>
          <a:p>
            <a:r>
              <a:t>company nouns."</a:t>
            </a:r>
          </a:p>
          <a:p/>
          <a:p>
            <a:r>
              <a:t>Do not teach it here. The example slide follows.</a:t>
            </a:r>
          </a:p>
          <a:p/>
          <a:p>
            <a:r>
              <a:t>Only this test is on screen. The second and third come later, each in its own</a:t>
            </a:r>
          </a:p>
          <a:p>
            <a:r>
              <a:t>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2:03-3:15</a:t>
            </a:r>
          </a:p>
          <a:p/>
          <a:p>
            <a:r>
              <a:t>Speak from ideas. Show the company-bound sentence first, then the clearer</a:t>
            </a:r>
          </a:p>
          <a:p>
            <a:r>
              <a:t>description.</a:t>
            </a:r>
          </a:p>
          <a:p/>
          <a:p>
            <a:r>
              <a:t>What remains after the nouns come out should still tell another person what</a:t>
            </a:r>
          </a:p>
          <a:p>
            <a:r>
              <a:t>problem you solve and what judgment the work requires.</a:t>
            </a:r>
          </a:p>
          <a:p/>
          <a:p>
            <a:r>
              <a:t>Viewer action: take one sentence from your resume, your LinkedIn profile or</a:t>
            </a:r>
          </a:p>
          <a:p>
            <a:r>
              <a:t>the way you introduce your work. Remove the company nouns. If the sentence</a:t>
            </a:r>
          </a:p>
          <a:p>
            <a:r>
              <a:t>collapses, rewrite it around the problem you solve and the judgment you bring.</a:t>
            </a:r>
          </a:p>
          <a:p/>
          <a:p>
            <a:r>
              <a:t>The example is generic. Keep it that way; no employer-specific or</a:t>
            </a:r>
          </a:p>
          <a:p>
            <a:r>
              <a:t>confidential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2:03-3:15</a:t>
            </a:r>
          </a:p>
          <a:p/>
          <a:p>
            <a:r>
              <a:t>Speak from ideas. Show the company-bound sentence first, then the clearer</a:t>
            </a:r>
          </a:p>
          <a:p>
            <a:r>
              <a:t>description.</a:t>
            </a:r>
          </a:p>
          <a:p/>
          <a:p>
            <a:r>
              <a:t>What remains after the nouns come out should still tell another person what</a:t>
            </a:r>
          </a:p>
          <a:p>
            <a:r>
              <a:t>problem you solve and what judgment the work requires.</a:t>
            </a:r>
          </a:p>
          <a:p/>
          <a:p>
            <a:r>
              <a:t>Viewer action: take one sentence from your resume, your LinkedIn profile or</a:t>
            </a:r>
          </a:p>
          <a:p>
            <a:r>
              <a:t>the way you introduce your work. Remove the company nouns. If the sentence</a:t>
            </a:r>
          </a:p>
          <a:p>
            <a:r>
              <a:t>collapses, rewrite it around the problem you solve and the judgment you bring.</a:t>
            </a:r>
          </a:p>
          <a:p/>
          <a:p>
            <a:r>
              <a:t>The example is generic. Keep it that way; no employer-specific or</a:t>
            </a:r>
          </a:p>
          <a:p>
            <a:r>
              <a:t>confidential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3:15-3:23</a:t>
            </a:r>
          </a:p>
          <a:p/>
          <a:p>
            <a:r>
              <a:t>A section break, four to seven seconds. Say: "The second test is to find</a:t>
            </a:r>
          </a:p>
          <a:p>
            <a:r>
              <a:t>evidence that your capability has been useful outside its original context."</a:t>
            </a:r>
          </a:p>
          <a:p/>
          <a:p>
            <a:r>
              <a:t>Do not restate the first test. The evidence slide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3:23-4:35</a:t>
            </a:r>
          </a:p>
          <a:p/>
          <a:p>
            <a:r>
              <a:t>Speak from ideas. Reveal one source at a time. Keep it simple; this is not a</a:t>
            </a:r>
          </a:p>
          <a:p>
            <a:r>
              <a:t>list of credentials.</a:t>
            </a:r>
          </a:p>
          <a:p/>
          <a:p>
            <a:r>
              <a:t>Outside-context evidence does not mean job offers or public visibility. Do not</a:t>
            </a:r>
          </a:p>
          <a:p>
            <a:r>
              <a:t>count visibility by itself as proof. The question is whether the judgment was</a:t>
            </a:r>
          </a:p>
          <a:p>
            <a:r>
              <a:t>actually useful beyond the original context.</a:t>
            </a:r>
          </a:p>
          <a:p/>
          <a:p>
            <a:r>
              <a:t>Viewer action: write down one example where your judgment was useful beyond</a:t>
            </a:r>
          </a:p>
          <a:p>
            <a:r>
              <a:t>your immediate role, team or employer. If you cannot find one yet, that is</a:t>
            </a:r>
          </a:p>
          <a:p>
            <a:r>
              <a:t>useful information to investigate.</a:t>
            </a:r>
          </a:p>
          <a:p/>
          <a:p>
            <a:r>
              <a:t>Say why indispensability can mislead: an organization may depend on you</a:t>
            </a:r>
          </a:p>
          <a:p>
            <a:r>
              <a:t>because knowledge, relationships or a fragile process run through you. That</a:t>
            </a:r>
          </a:p>
          <a:p>
            <a:r>
              <a:t>raises internal importance without raising what you can do somewhere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3:23-4:35</a:t>
            </a:r>
          </a:p>
          <a:p/>
          <a:p>
            <a:r>
              <a:t>Speak from ideas. Reveal one source at a time. Keep it simple; this is not a</a:t>
            </a:r>
          </a:p>
          <a:p>
            <a:r>
              <a:t>list of credentials.</a:t>
            </a:r>
          </a:p>
          <a:p/>
          <a:p>
            <a:r>
              <a:t>Outside-context evidence does not mean job offers or public visibility. Do not</a:t>
            </a:r>
          </a:p>
          <a:p>
            <a:r>
              <a:t>count visibility by itself as proof. The question is whether the judgment was</a:t>
            </a:r>
          </a:p>
          <a:p>
            <a:r>
              <a:t>actually useful beyond the original context.</a:t>
            </a:r>
          </a:p>
          <a:p/>
          <a:p>
            <a:r>
              <a:t>Viewer action: write down one example where your judgment was useful beyond</a:t>
            </a:r>
          </a:p>
          <a:p>
            <a:r>
              <a:t>your immediate role, team or employer. If you cannot find one yet, that is</a:t>
            </a:r>
          </a:p>
          <a:p>
            <a:r>
              <a:t>useful information to investigate.</a:t>
            </a:r>
          </a:p>
          <a:p/>
          <a:p>
            <a:r>
              <a:t>Say why indispensability can mislead: an organization may depend on you</a:t>
            </a:r>
          </a:p>
          <a:p>
            <a:r>
              <a:t>because knowledge, relationships or a fragile process run through you. That</a:t>
            </a:r>
          </a:p>
          <a:p>
            <a:r>
              <a:t>raises internal importance without raising what you can do somewhere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3:23-4:35</a:t>
            </a:r>
          </a:p>
          <a:p/>
          <a:p>
            <a:r>
              <a:t>Speak from ideas. Reveal one source at a time. Keep it simple; this is not a</a:t>
            </a:r>
          </a:p>
          <a:p>
            <a:r>
              <a:t>list of credentials.</a:t>
            </a:r>
          </a:p>
          <a:p/>
          <a:p>
            <a:r>
              <a:t>Outside-context evidence does not mean job offers or public visibility. Do not</a:t>
            </a:r>
          </a:p>
          <a:p>
            <a:r>
              <a:t>count visibility by itself as proof. The question is whether the judgment was</a:t>
            </a:r>
          </a:p>
          <a:p>
            <a:r>
              <a:t>actually useful beyond the original context.</a:t>
            </a:r>
          </a:p>
          <a:p/>
          <a:p>
            <a:r>
              <a:t>Viewer action: write down one example where your judgment was useful beyond</a:t>
            </a:r>
          </a:p>
          <a:p>
            <a:r>
              <a:t>your immediate role, team or employer. If you cannot find one yet, that is</a:t>
            </a:r>
          </a:p>
          <a:p>
            <a:r>
              <a:t>useful information to investigate.</a:t>
            </a:r>
          </a:p>
          <a:p/>
          <a:p>
            <a:r>
              <a:t>Say why indispensability can mislead: an organization may depend on you</a:t>
            </a:r>
          </a:p>
          <a:p>
            <a:r>
              <a:t>because knowledge, relationships or a fragile process run through you. That</a:t>
            </a:r>
          </a:p>
          <a:p>
            <a:r>
              <a:t>raises internal importance without raising what you can do somewhere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3:23-4:35</a:t>
            </a:r>
          </a:p>
          <a:p/>
          <a:p>
            <a:r>
              <a:t>Speak from ideas. Reveal one source at a time. Keep it simple; this is not a</a:t>
            </a:r>
          </a:p>
          <a:p>
            <a:r>
              <a:t>list of credentials.</a:t>
            </a:r>
          </a:p>
          <a:p/>
          <a:p>
            <a:r>
              <a:t>Outside-context evidence does not mean job offers or public visibility. Do not</a:t>
            </a:r>
          </a:p>
          <a:p>
            <a:r>
              <a:t>count visibility by itself as proof. The question is whether the judgment was</a:t>
            </a:r>
          </a:p>
          <a:p>
            <a:r>
              <a:t>actually useful beyond the original context.</a:t>
            </a:r>
          </a:p>
          <a:p/>
          <a:p>
            <a:r>
              <a:t>Viewer action: write down one example where your judgment was useful beyond</a:t>
            </a:r>
          </a:p>
          <a:p>
            <a:r>
              <a:t>your immediate role, team or employer. If you cannot find one yet, that is</a:t>
            </a:r>
          </a:p>
          <a:p>
            <a:r>
              <a:t>useful information to investigate.</a:t>
            </a:r>
          </a:p>
          <a:p/>
          <a:p>
            <a:r>
              <a:t>Say why indispensability can mislead: an organization may depend on you</a:t>
            </a:r>
          </a:p>
          <a:p>
            <a:r>
              <a:t>because knowledge, relationships or a fragile process run through you. That</a:t>
            </a:r>
          </a:p>
          <a:p>
            <a:r>
              <a:t>raises internal importance without raising what you can do somewhere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4:35-4:43</a:t>
            </a:r>
          </a:p>
          <a:p/>
          <a:p>
            <a:r>
              <a:t>A section break, four to seven seconds. Say: "The third test is to read the</a:t>
            </a:r>
          </a:p>
          <a:p>
            <a:r>
              <a:t>last 90 days."</a:t>
            </a:r>
          </a:p>
          <a:p/>
          <a:p>
            <a:r>
              <a:t>Do not restate the first two. The judgment slide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4:43-5:55</a:t>
            </a:r>
          </a:p>
          <a:p/>
          <a:p>
            <a:r>
              <a:t>Speak from ideas. Hold the contrast first, then reveal the prompts one at a</a:t>
            </a:r>
          </a:p>
          <a:p>
            <a:r>
              <a:t>time. Let the contrast breathe.</a:t>
            </a:r>
          </a:p>
          <a:p/>
          <a:p>
            <a:r>
              <a:t>New judgment might come from a more ambiguous problem, a decision made with</a:t>
            </a:r>
          </a:p>
          <a:p>
            <a:r>
              <a:t>incomplete information, influencing a different group, working across a new</a:t>
            </a:r>
          </a:p>
          <a:p>
            <a:r>
              <a:t>constraint, or building judgment where you previously needed help.</a:t>
            </a:r>
          </a:p>
          <a:p/>
          <a:p>
            <a:r>
              <a:t>Gem to land: "Speed has value. New judgment tells you something different."</a:t>
            </a:r>
          </a:p>
          <a:p/>
          <a:p>
            <a:r>
              <a:t>Do not ask only whether you were busy or whether you performed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4:43-5:55</a:t>
            </a:r>
          </a:p>
          <a:p/>
          <a:p>
            <a:r>
              <a:t>Speak from ideas. Hold the contrast first, then reveal the prompts one at a</a:t>
            </a:r>
          </a:p>
          <a:p>
            <a:r>
              <a:t>time. Let the contrast breathe.</a:t>
            </a:r>
          </a:p>
          <a:p/>
          <a:p>
            <a:r>
              <a:t>New judgment might come from a more ambiguous problem, a decision made with</a:t>
            </a:r>
          </a:p>
          <a:p>
            <a:r>
              <a:t>incomplete information, influencing a different group, working across a new</a:t>
            </a:r>
          </a:p>
          <a:p>
            <a:r>
              <a:t>constraint, or building judgment where you previously needed help.</a:t>
            </a:r>
          </a:p>
          <a:p/>
          <a:p>
            <a:r>
              <a:t>Gem to land: "Speed has value. New judgment tells you something different."</a:t>
            </a:r>
          </a:p>
          <a:p/>
          <a:p>
            <a:r>
              <a:t>Do not ask only whether you were busy or whether you performed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4:43-5:55</a:t>
            </a:r>
          </a:p>
          <a:p/>
          <a:p>
            <a:r>
              <a:t>Speak from ideas. Hold the contrast first, then reveal the prompts one at a</a:t>
            </a:r>
          </a:p>
          <a:p>
            <a:r>
              <a:t>time. Let the contrast breathe.</a:t>
            </a:r>
          </a:p>
          <a:p/>
          <a:p>
            <a:r>
              <a:t>New judgment might come from a more ambiguous problem, a decision made with</a:t>
            </a:r>
          </a:p>
          <a:p>
            <a:r>
              <a:t>incomplete information, influencing a different group, working across a new</a:t>
            </a:r>
          </a:p>
          <a:p>
            <a:r>
              <a:t>constraint, or building judgment where you previously needed help.</a:t>
            </a:r>
          </a:p>
          <a:p/>
          <a:p>
            <a:r>
              <a:t>Gem to land: "Speed has value. New judgment tells you something different."</a:t>
            </a:r>
          </a:p>
          <a:p/>
          <a:p>
            <a:r>
              <a:t>Do not ask only whether you were busy or whether you performed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4:43-5:55</a:t>
            </a:r>
          </a:p>
          <a:p/>
          <a:p>
            <a:r>
              <a:t>Speak from ideas. Hold the contrast first, then reveal the prompts one at a</a:t>
            </a:r>
          </a:p>
          <a:p>
            <a:r>
              <a:t>time. Let the contrast breathe.</a:t>
            </a:r>
          </a:p>
          <a:p/>
          <a:p>
            <a:r>
              <a:t>New judgment might come from a more ambiguous problem, a decision made with</a:t>
            </a:r>
          </a:p>
          <a:p>
            <a:r>
              <a:t>incomplete information, influencing a different group, working across a new</a:t>
            </a:r>
          </a:p>
          <a:p>
            <a:r>
              <a:t>constraint, or building judgment where you previously needed help.</a:t>
            </a:r>
          </a:p>
          <a:p/>
          <a:p>
            <a:r>
              <a:t>Gem to land: "Speed has value. New judgment tells you something different."</a:t>
            </a:r>
          </a:p>
          <a:p/>
          <a:p>
            <a:r>
              <a:t>Do not ask only whether you were busy or whether you performed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5:55-6:25</a:t>
            </a:r>
          </a:p>
          <a:p/>
          <a:p>
            <a:r>
              <a:t>The first and only moment all three tests appear together.</a:t>
            </a:r>
          </a:p>
          <a:p/>
          <a:p>
            <a:r>
              <a:t>Name them once, in order: remove the company nouns, find outside-context</a:t>
            </a:r>
          </a:p>
          <a:p>
            <a:r>
              <a:t>evidence, read the last 90 days. Do not teach them again.</a:t>
            </a:r>
          </a:p>
          <a:p/>
          <a:p>
            <a:r>
              <a:t>Gem to land: "Internal value and external marketability are two different</a:t>
            </a:r>
          </a:p>
          <a:p>
            <a:r>
              <a:t>questions."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6:25-7:10</a:t>
            </a:r>
          </a:p>
          <a:p/>
          <a:p>
            <a:r>
              <a:t>Keep this quiet and provisional. Do not turn the four patterns into a dramatic</a:t>
            </a:r>
          </a:p>
          <a:p>
            <a:r>
              <a:t>diagnosis of the viewer.</a:t>
            </a:r>
          </a:p>
          <a:p/>
          <a:p>
            <a:r>
              <a:t>Spoken, not on the slide: if judgment is deepening and the capability is</a:t>
            </a:r>
          </a:p>
          <a:p>
            <a:r>
              <a:t>useful across contexts, the work is compounding. If expertise is deepening but</a:t>
            </a:r>
          </a:p>
          <a:p>
            <a:r>
              <a:t>its usefulness is trapped inside one environment, that can be a Depth Trap. If</a:t>
            </a:r>
          </a:p>
          <a:p>
            <a:r>
              <a:t>visibility is growing but the work is not building depth, the position may be</a:t>
            </a:r>
          </a:p>
          <a:p>
            <a:r>
              <a:t>fragile. If neither the capability nor the options are growing, the role may</a:t>
            </a:r>
          </a:p>
          <a:p>
            <a:r>
              <a:t>be stagnant even while performance stays strong.</a:t>
            </a:r>
          </a:p>
          <a:p/>
          <a:p>
            <a:r>
              <a:t>Do not diagnose from one familiar 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7:10-8:00</a:t>
            </a:r>
          </a:p>
          <a:p/>
          <a:p>
            <a:r>
              <a:t>Speak from ideas. Reveal one option at a time.</a:t>
            </a:r>
          </a:p>
          <a:p/>
          <a:p>
            <a:r>
              <a:t>Viewer action: choose one thing you can test during the next thirty days.</a:t>
            </a:r>
          </a:p>
          <a:p>
            <a:r>
              <a:t>Sometimes the first move is to change the work before changing the employer.</a:t>
            </a:r>
          </a:p>
          <a:p/>
          <a:p>
            <a:r>
              <a:t>Gem to land: "Before you change the employer, test whether you can change what</a:t>
            </a:r>
          </a:p>
          <a:p>
            <a:r>
              <a:t>the work is building."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7:10-8:00</a:t>
            </a:r>
          </a:p>
          <a:p/>
          <a:p>
            <a:r>
              <a:t>Speak from ideas. Reveal one option at a time.</a:t>
            </a:r>
          </a:p>
          <a:p/>
          <a:p>
            <a:r>
              <a:t>Viewer action: choose one thing you can test during the next thirty days.</a:t>
            </a:r>
          </a:p>
          <a:p>
            <a:r>
              <a:t>Sometimes the first move is to change the work before changing the employer.</a:t>
            </a:r>
          </a:p>
          <a:p/>
          <a:p>
            <a:r>
              <a:t>Gem to land: "Before you change the employer, test whether you can change what</a:t>
            </a:r>
          </a:p>
          <a:p>
            <a:r>
              <a:t>the work is building."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7:10-8:00</a:t>
            </a:r>
          </a:p>
          <a:p/>
          <a:p>
            <a:r>
              <a:t>Speak from ideas. Reveal one option at a time.</a:t>
            </a:r>
          </a:p>
          <a:p/>
          <a:p>
            <a:r>
              <a:t>Viewer action: choose one thing you can test during the next thirty days.</a:t>
            </a:r>
          </a:p>
          <a:p>
            <a:r>
              <a:t>Sometimes the first move is to change the work before changing the employer.</a:t>
            </a:r>
          </a:p>
          <a:p/>
          <a:p>
            <a:r>
              <a:t>Gem to land: "Before you change the employer, test whether you can change what</a:t>
            </a:r>
          </a:p>
          <a:p>
            <a:r>
              <a:t>the work is building."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7:10-8:00</a:t>
            </a:r>
          </a:p>
          <a:p/>
          <a:p>
            <a:r>
              <a:t>Speak from ideas. Reveal one option at a time.</a:t>
            </a:r>
          </a:p>
          <a:p/>
          <a:p>
            <a:r>
              <a:t>Viewer action: choose one thing you can test during the next thirty days.</a:t>
            </a:r>
          </a:p>
          <a:p>
            <a:r>
              <a:t>Sometimes the first move is to change the work before changing the employer.</a:t>
            </a:r>
          </a:p>
          <a:p/>
          <a:p>
            <a:r>
              <a:t>Gem to land: "Before you change the employer, test whether you can change what</a:t>
            </a:r>
          </a:p>
          <a:p>
            <a:r>
              <a:t>the work is building."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8:00-8:30</a:t>
            </a:r>
          </a:p>
          <a:p/>
          <a:p>
            <a:r>
              <a:t>Exact invitation:</a:t>
            </a:r>
          </a:p>
          <a:p/>
          <a:p>
            <a:r>
              <a:t>"If these three tests show that you need a fuller read of what your current</a:t>
            </a:r>
          </a:p>
          <a:p>
            <a:r>
              <a:t>work is building and how portable it is, the Capability Formation Field Kit</a:t>
            </a:r>
          </a:p>
          <a:p>
            <a:r>
              <a:t>gives you a private, evidence-led assessment using the last 90 days of your</a:t>
            </a:r>
          </a:p>
          <a:p>
            <a:r>
              <a:t>actual work. It helps you read the position before you decide what comes next.</a:t>
            </a:r>
          </a:p>
          <a:p>
            <a:r>
              <a:t>You can find it at temidayoafonja.com/fieldkit."</a:t>
            </a:r>
          </a:p>
          <a:p/>
          <a:p>
            <a:r>
              <a:t>Calm and brief. This is the only purchase invitation in the video. Show the</a:t>
            </a:r>
          </a:p>
          <a:p>
            <a:r>
              <a:t>real Field Kit artwork briefly.</a:t>
            </a:r>
          </a:p>
          <a:p/>
          <a:p>
            <a:r>
              <a:t>Before publishing, verify the live /fieldkit redirect and the current Gumroad</a:t>
            </a:r>
          </a:p>
          <a:p>
            <a:r>
              <a:t>listing.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8:30-9:00</a:t>
            </a:r>
          </a:p>
          <a:p/>
          <a:p>
            <a:r>
              <a:t>Exact bridge:</a:t>
            </a:r>
          </a:p>
          <a:p/>
          <a:p>
            <a:r>
              <a:t>"Before you decide that a concern means you should resign, there are three</a:t>
            </a:r>
          </a:p>
          <a:p>
            <a:r>
              <a:t>things I want you to check. That is the next video: Before You Quit Your Job,</a:t>
            </a:r>
          </a:p>
          <a:p>
            <a:r>
              <a:t>Check These 3 Things. Watch that one next."</a:t>
            </a:r>
          </a:p>
          <a:p/>
          <a:p>
            <a:r>
              <a:t>Do not summarize this video again.</a:t>
            </a:r>
          </a:p>
          <a:p/>
          <a:p>
            <a:r>
              <a:t>The right side of the frame is left open for the YouTube linked-video</a:t>
            </a:r>
          </a:p>
          <a:p>
            <a:r>
              <a:t>end-screen element. Hold the final frame for at least 12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9337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VIDEO TWO  ·  CAPABILITY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Your Job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Making You Less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Marketable?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3600" y="5727700"/>
            <a:ext cx="1397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59817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Temidayo Afonja  ·  temidayoafonja.com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DIFFERENT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Success answers one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of them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29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Valuable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3300" y="3352800"/>
            <a:ext cx="19050" cy="825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7000" y="3429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244B78"/>
                </a:solidFill>
                <a:latin typeface="Montserrat"/>
                <a:ea typeface="Montserrat"/>
                <a:cs typeface="Montserrat"/>
              </a:rPr>
              <a:t>Legible elsewhere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82600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1562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Current success can answer one question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while leaving the other unresolved.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MARKETABILITY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Remove the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company nouns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Can the capability still be described?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Remove the company nouns.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Cross out the employer, the internal programs, the systems,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product names and the acronyms. Read what is left.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Company-bound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own the QBR process</a:t>
            </a:r>
            <a:br/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for this business unit.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Remove the company nouns.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Cross out the employer, the internal programs, the systems,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product names and the acronyms. Read what is left.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Company-bound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own the QBR process</a:t>
            </a:r>
            <a:br/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for this business unit.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1500" y="4191000"/>
            <a:ext cx="101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4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04000" y="3302000"/>
            <a:ext cx="4826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3400" y="3594100"/>
            <a:ext cx="438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another employer</a:t>
            </a:r>
            <a:br/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can 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3400" y="4102100"/>
            <a:ext cx="438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combine incomplete operating</a:t>
            </a:r>
            <a:br/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data, surface the decision leaders</a:t>
            </a:r>
            <a:br/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are avoiding, and create a shared</a:t>
            </a:r>
            <a:br/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view of what needs to happen next.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MARKETABILITY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Find outside-context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Has the usefulness survived a change in context?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Find outside-context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evidence can be small. It only has to show the usefulness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survived some distance from where it was formed.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13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175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Cross-functional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35280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Another group used or sought your judgment.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382524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Find outside-context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evidence can be small. It only has to show the usefulness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survived some distance from where it was formed.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13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175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Cross-functional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35280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Another group used or sought your judgment.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382524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402209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0" y="398399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External client or 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433705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capability created value beyond your immediate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46342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Find outside-context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evidence can be small. It only has to show the usefulness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survived some distance from where it was formed.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13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175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Cross-functional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35280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Another group used or sought your judgment.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382524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402209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0" y="398399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External client or 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433705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capability created value beyond your immediate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46342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48310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" y="47929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Former colleague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" y="514604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They sought your judgment after the original context changed.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544322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Find outside-context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evidence can be small. It only has to show the usefulness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survived some distance from where it was formed.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13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175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Cross-functional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35280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Another group used or sought your judgment.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382524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402209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0" y="398399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External client or 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433705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capability created value beyond your immediate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46342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48310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" y="47929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Former colleague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" y="514604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They sought your judgment after the original context changed.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544322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564007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0" y="560197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Another setting or industry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" y="595503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similar problem or approach remained useful elsewhere.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MARKETABILITY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Read the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last 90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new judgment did the work build?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Read the last 90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780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can you now do, see or decide that you could not</a:t>
            </a:r>
            <a:br/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do ninety days ago?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New judgment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3300" y="3111500"/>
            <a:ext cx="19050" cy="698500"/>
          </a:xfrm>
          <a:prstGeom prst="rect">
            <a:avLst/>
          </a:prstGeom>
          <a:solidFill>
            <a:srgbClr val="B9C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Same work faster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Read the last 90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780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can you now do, see or decide that you could not</a:t>
            </a:r>
            <a:br/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do ninety days ago?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New judgment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3300" y="3111500"/>
            <a:ext cx="19050" cy="698500"/>
          </a:xfrm>
          <a:prstGeom prst="rect">
            <a:avLst/>
          </a:prstGeom>
          <a:solidFill>
            <a:srgbClr val="B9C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Same work faster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4069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15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unfamiliar problem did I have to solve?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Read the last 90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780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can you now do, see or decide that you could not</a:t>
            </a:r>
            <a:br/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do ninety days ago?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New judgment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3300" y="3111500"/>
            <a:ext cx="19050" cy="698500"/>
          </a:xfrm>
          <a:prstGeom prst="rect">
            <a:avLst/>
          </a:prstGeom>
          <a:solidFill>
            <a:srgbClr val="B9C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Same work faster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4069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15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unfamiliar problem did I have to solve?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9530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49276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decision can I now make with less help?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Read the last 90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780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can you now do, see or decide that you could not</a:t>
            </a:r>
            <a:br/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do ninety days ago?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New judgment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3300" y="3111500"/>
            <a:ext cx="19050" cy="698500"/>
          </a:xfrm>
          <a:prstGeom prst="rect">
            <a:avLst/>
          </a:prstGeom>
          <a:solidFill>
            <a:srgbClr val="B9C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Same work faster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4069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15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unfamiliar problem did I have to solve?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9530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49276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decision can I now make with less help?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499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" y="54737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constraint, audience or context did I learn to work across?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Together they separate internal</a:t>
            </a:r>
            <a:br/>
            <a:r>
              <a:rPr sz="2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value from external marketability.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Remove the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company nouns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Find outside-context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Read the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last 90 days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READING THE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Read them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75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my judgment growing?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93700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2672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Can another context use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3975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One familiar sign is not a diagnosis. Read the pattern across growth</a:t>
            </a:r>
            <a:br/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and portability, and keep the reading provisional.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can I change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I leave?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concern in one test does not mean the answer is to resign.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Choose one thing to test in the next thirty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40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Ask for work that creates new judgment, not only more volume.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7122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can I change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I leave?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concern in one test does not mean the answer is to resign.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Choose one thing to test in the next thirty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40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Ask for work that creates new judgment, not only more volume.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7122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39471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39090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Make the capability visible outside the immediate team</a:t>
            </a:r>
            <a:br/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or function.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6088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can I change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I leave?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concern in one test does not mean the answer is to resign.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Choose one thing to test in the next thirty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40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Ask for work that creates new judgment, not only more volume.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7122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39471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39090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Make the capability visible outside the immediate team</a:t>
            </a:r>
            <a:br/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or function.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6088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8437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48056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Document knowledge or results that exist mainly in your head.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521589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can I change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I leave?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concern in one test does not mean the answer is to resign.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Choose one thing to test in the next thirty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40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Ask for work that creates new judgment, not only more volume.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7122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39471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39090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Make the capability visible outside the immediate team</a:t>
            </a:r>
            <a:br/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or function.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6088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8437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48056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Document knowledge or results that exist mainly in your head.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521589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545084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" y="541274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Take on an adjacent problem that forces the capability</a:t>
            </a:r>
            <a:br/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into a different context.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eldkit-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0000">
            <a:off x="6414655" y="1206500"/>
            <a:ext cx="2728191" cy="3530600"/>
          </a:xfrm>
          <a:prstGeom prst="rect">
            <a:avLst/>
          </a:prstGeom>
        </p:spPr>
      </p:pic>
      <p:pic>
        <p:nvPicPr>
          <p:cNvPr id="4" name="Picture 3" descr="fieldkit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232" y="812800"/>
            <a:ext cx="3552536" cy="459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9845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CAPABILITY FORMATION FIELD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89300"/>
            <a:ext cx="558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Is your job still</a:t>
            </a:r>
            <a:br/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building you?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394200"/>
            <a:ext cx="533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Complete a private, evidence-led career position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assessment using the last 90 days of your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actual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9337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76600"/>
            <a:ext cx="609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Before You Quit</a:t>
            </a:r>
            <a:br/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Job, Check</a:t>
            </a:r>
            <a:br/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These 3 Things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283200"/>
            <a:ext cx="1270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71200" y="589280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31550" y="5892800"/>
            <a:ext cx="203200" cy="2032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120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3155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