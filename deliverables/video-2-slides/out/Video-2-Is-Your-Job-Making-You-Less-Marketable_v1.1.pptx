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0:34.</a:t>
            </a:r>
          </a:p>
          <a:p>
            <a:r>
              <a:t>Slide 1 — Title.</a:t>
            </a:r>
          </a:p>
          <a:p>
            <a:r>
              <a:t>Cue — the line that lands on this slide: “I’m Temidayo Afonja.”</a:t>
            </a:r>
          </a:p>
          <a:p>
            <a:r>
              <a:t>Do NOT open on this slide. Begin full screen on Temidayo. The opening is four beats: the compliment, the private question, “I have had to answer that question about myself more than once”, and the three tests.</a:t>
            </a:r>
          </a:p>
          <a:p>
            <a:r>
              <a:t>Bring the title card in only on “I’m Temidayo Afonja.”</a:t>
            </a:r>
          </a:p>
          <a:p>
            <a:r>
              <a:t>NON-ALARMIST IS A HARD RULE for this whole video. What follows on this slide is the explicit reassurance — being valuable where you are is real value, it is not a trap and not a warning sign. If the edit makes praise, pay or being relied on look like a symptom, the video has failed.</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1:33.</a:t>
            </a:r>
          </a:p>
          <a:p>
            <a:r>
              <a:t>Slide 2 — Valuable Here / Legible Elsewhere.</a:t>
            </a:r>
          </a:p>
          <a:p>
            <a:r>
              <a:t>Cue — the line that lands on this slide: “Here is what makes this so hard to notice.”</a:t>
            </a:r>
          </a:p>
          <a:p>
            <a:r>
              <a:t>The mechanism slide. Reveal the contrast, then let her talk over it.</a:t>
            </a:r>
          </a:p>
          <a:p>
            <a:r>
              <a:t>“Your company knows exactly why you matter. They watched you earn it.” is a compliment and must be delivered as one.</a:t>
            </a:r>
          </a:p>
          <a:p>
            <a:r>
              <a:t>“They are not being unfair when they cannot see it. They simply cannot read the evidence.” — this is the line that keeps the video generous about other employers. Keep it.</a:t>
            </a:r>
          </a:p>
          <a:p>
            <a:r>
              <a:t>Her own crossings across functions, employers and industries are the proof here. No employer, client, metric or result is attached to this beat, and there is no number anywhere in this video.</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2:52.</a:t>
            </a:r>
          </a:p>
          <a:p>
            <a:r>
              <a:t>Slide 3 — 01 Remove the Company Nouns.</a:t>
            </a:r>
          </a:p>
          <a:p>
            <a:r>
              <a:t>Cue — the line that lands on this slide: “The first test is to remove the company nouns.”</a:t>
            </a:r>
          </a:p>
          <a:p>
            <a:r>
              <a:t>Section break only. The three tests do not arrive until about 2:52, which is deliberate — recognition first.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2:56.</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4:10.</a:t>
            </a:r>
          </a:p>
          <a:p>
            <a:r>
              <a:t>Slide 5 — 02 Find Outside-Context Evidence.</a:t>
            </a:r>
          </a:p>
          <a:p>
            <a:r>
              <a:t>Cue — the line that lands on this slide: “The second test is to find outside-context evidence.”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4:13.</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5:35.</a:t>
            </a:r>
          </a:p>
          <a:p>
            <a:r>
              <a:t>Slide 7 — 03 Read the Last 90 Days.</a:t>
            </a:r>
          </a:p>
          <a:p>
            <a:r>
              <a:t>Cue — the line that lands on this slide: “The third test is to read your last 90 days.”</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5:39.</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6:36.</a:t>
            </a:r>
          </a:p>
          <a:p>
            <a:r>
              <a:t>Slide 9 — The Three Tests.</a:t>
            </a:r>
          </a:p>
          <a:p>
            <a:r>
              <a:t>Cue — the line that lands on this slide: “So those are the three.”</a:t>
            </a:r>
          </a:p>
          <a:p>
            <a:r>
              <a:t>The three tests together on screen for the first time. Short slide.</a:t>
            </a:r>
          </a:p>
          <a:p>
            <a:r>
              <a:t>Single state. Reveal frame 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6:43.</a:t>
            </a:r>
          </a:p>
          <a:p>
            <a:r>
              <a:t>Slide 10 — Read the Pattern.</a:t>
            </a:r>
          </a:p>
          <a:p>
            <a:r>
              <a:t>Cue — the line that lands on this slide: “And I want to tell you how to read them, because one test on one bad quarter tells you nothing.”</a:t>
            </a:r>
          </a:p>
          <a:p>
            <a:r>
              <a:t>The two questions held side by side.</a:t>
            </a:r>
          </a:p>
          <a:p>
            <a:r>
              <a:t>“Do not diagnose your career from a single quarter.” This slide exists to stop the video producing anxiety from one bad stretch. It is not optional.</a:t>
            </a:r>
          </a:p>
          <a:p>
            <a:r>
              <a:t>Close on “Not panic. Attention.” Let it land.</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7:29.</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8:46.</a:t>
            </a:r>
          </a:p>
          <a:p>
            <a:r>
              <a:t>Slide 12 — Capability Formation Field Kit.</a:t>
            </a:r>
          </a:p>
          <a:p>
            <a:r>
              <a:t>Cue — the line that lands on this slide: “If you want a fuller read than three tests can give you, I made the Capability Formation Field Kit.”</a:t>
            </a:r>
          </a:p>
          <a:p>
            <a:r>
              <a:t>Show the real Field Kit artwork briefly. One CTA in this video — do not add Keep the Proof or the Career Evidence Starter.</a:t>
            </a:r>
          </a:p>
          <a:p>
            <a:r>
              <a:t>Before publishing, verify the live /fieldkit redirect and the current listing.</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9:07.</a:t>
            </a:r>
          </a:p>
          <a:p>
            <a:r>
              <a:t>Slide 13 — Watch Next.</a:t>
            </a:r>
          </a:p>
          <a:p>
            <a:r>
              <a:t>Cue — the line that lands on this slide: “And if you are further along than checking — if some part of you has already decided — there is a different conversation to have.”</a:t>
            </a:r>
          </a:p>
          <a:p>
            <a:r>
              <a:t>The Video 3 route. This card already carries the corrected title, “3 Things to Do Before Quitting Your Job”. Verify it on the recording screen.</a:t>
            </a:r>
          </a:p>
          <a:p>
            <a:r>
              <a:t>“I am not going to try to talk you into staying. I want to help you leave with more than exhaustion.” — that is the Video 3 promise, previewed honestly.</a:t>
            </a:r>
          </a:p>
          <a:p>
            <a:r>
              <a:t>Sign off clean. No music sting over the last two lines.</a:t>
            </a:r>
          </a:p>
          <a:p>
            <a:r>
              <a:t>Single state. Reveal frame 23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