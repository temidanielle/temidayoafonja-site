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0:38 to 0:57.</a:t>
            </a:r>
          </a:p>
          <a:p>
            <a:r>
              <a:t>Do NOT open on this slide. Begin full-screen on Temidayo and let the whole H.I.T. opening land first: the hook, the viewer bridge, her own cross-industry proof, the valuable-here / legible-elsewhere line and the three-test promise.</a:t>
            </a:r>
          </a:p>
          <a:p>
            <a:r>
              <a:t>Bring the title up under the channel line: "I'm Temidayo Afonja. I help experienced professionals understand what their work has built, what can travel, and what still has to be learned when the context changes. And that is what I want to help you do here."</a:t>
            </a:r>
          </a:p>
          <a:p>
            <a:r>
              <a:t>That second sentence is the turn from positioning to relationship. Stay on her face for it.</a:t>
            </a:r>
          </a:p>
          <a:p>
            <a:r>
              <a:t>Do not make the opening alarmist.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0:57.</a:t>
            </a:r>
          </a:p>
          <a:p>
            <a:r>
              <a:t>This is the central idea of the video. Let it sit.</a:t>
            </a:r>
          </a:p>
          <a:p>
            <a:r>
              <a:t>Reveal the second question after the first has been asked, not before.</a:t>
            </a:r>
          </a:p>
          <a:p>
            <a:r>
              <a:t>Temidayo is careful here and the edit must not undercut her: being relied on is real value, and none of this implies the viewer should leave. The closing beat of this section is "Praise tells you that you matter here. It cannot tell you how easily what you do travels."</a:t>
            </a:r>
          </a:p>
          <a:p>
            <a:r>
              <a:t>Non-alarmist. No warning graphics, no red, no urgency motifs.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2:02, holding to about 2:06.</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4.</a:t>
            </a:r>
          </a:p>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4.</a:t>
            </a:r>
          </a:p>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3:14, holding to about 3:17.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4:38, holding to about 4:42.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5:43.</a:t>
            </a:r>
          </a:p>
          <a:p>
            <a:r>
              <a:t>The consolidation card. Reveal the three in order.</a:t>
            </a:r>
          </a:p>
          <a:p>
            <a:r>
              <a:t>Do not add a fourth item, an acronym or a slogan. The three tests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5:58.</a:t>
            </a:r>
          </a:p>
          <a:p>
            <a:r>
              <a:t>Hold the two questions side by side while Temidayo walks the four readings.</a:t>
            </a:r>
          </a:p>
          <a:p>
            <a:r>
              <a:t>The governing line is hers and it is addressed to the viewer: "I am not asking you to diagnose yourself from one quarter or one frustrating assignment. What matters is the pattern."</a:t>
            </a:r>
          </a:p>
          <a:p>
            <a:r>
              <a:t>No diagnostic tone. No scorecard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7:49.</a:t>
            </a:r>
          </a:p>
          <a:p>
            <a:r>
              <a:t>Exact invitation, verbatim from the v4.0 script:</a:t>
            </a:r>
          </a:p>
          <a:p>
            <a:r>
              <a:t>"If these three tests tell you that you need a fuller read of what your current work is building and how portable it is, the Capability Formation Field Kit gives you a private, evidence-led assessment using the last 90 days of your actual work. It helps you see what is growing, what may be stalling, what looks portable and what you still need to investigate before you decide what comes next. You can find it at temidayoafonja.com/fieldkit."</a:t>
            </a:r>
          </a:p>
          <a:p>
            <a:r>
              <a:t>Calm and brief. This is the only resource invitation in the video. Show the real Field Kit artwork briefly. Do not add Keep the Proof or the Career Evidence Starter.</a:t>
            </a:r>
          </a:p>
          <a:p>
            <a:r>
              <a:t>Before publishing, verify the live /fieldkit redirect and the current listing.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8:21 to the end, about 8:40.</a:t>
            </a:r>
          </a:p>
          <a:p>
            <a:r>
              <a:t>Exact bridge, verbatim from the v4.0 script:</a:t>
            </a:r>
          </a:p>
          <a:p>
            <a:r>
              <a:t>"And if what you are seeing has you seriously considering an exit, do not move straight from concern to resignation. There are three things I want you to check first. That is the next video: 3 Things to Do Before Quitting Your Job. Watch that one next."</a:t>
            </a:r>
          </a:p>
          <a:p>
            <a:r>
              <a:t>DECK DEFECT — NOT FIXED. This card still reads "Before You Quit Your Job, Check These 3 Things", which is the RETIRED Video 3 title. The locked title is "3 Things to Do Before Quitting Your Job", which is what Temidayo says. No slide XML change was authorised in this pass. Until the card is corrected, do not hold it on screen while she names the video: stay on Temidayo, or cut to the end-screen route.</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Before You Quit</a:t>
            </a:r>
            <a:br/>
            <a:r>
              <a:rPr sz="4000" b="1" i="0">
                <a:solidFill>
                  <a:srgbClr val="F5F1E8"/>
                </a:solidFill>
                <a:latin typeface="Montserrat"/>
                <a:ea typeface="Montserrat"/>
                <a:cs typeface="Montserrat"/>
              </a:rPr>
              <a:t>Your Job, Check</a:t>
            </a:r>
            <a:br/>
            <a:r>
              <a:rPr sz="4000" b="1" i="0">
                <a:solidFill>
                  <a:srgbClr val="F5F1E8"/>
                </a:solidFill>
                <a:latin typeface="Montserrat"/>
                <a:ea typeface="Montserrat"/>
                <a:cs typeface="Montserrat"/>
              </a:rPr>
              <a:t>These 3 Things</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