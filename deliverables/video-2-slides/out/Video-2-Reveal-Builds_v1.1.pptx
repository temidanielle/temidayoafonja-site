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a:t>
            </a:r>
          </a:p>
          <a:p>
            <a:r>
              <a:t>Timing: approximately 0:34.</a:t>
            </a:r>
          </a:p>
          <a:p>
            <a:r>
              <a:t>Slide 1 — Title.</a:t>
            </a:r>
          </a:p>
          <a:p>
            <a:r>
              <a:t>Cue — the line that lands on this slide: “I’m Temidayo Afonja.”</a:t>
            </a:r>
          </a:p>
          <a:p>
            <a:r>
              <a:t>Do NOT open on this slide. Begin full screen on Temidayo. The opening is four beats: the compliment, the private question, “I have had to answer that question about myself more than once”, and the three tests.</a:t>
            </a:r>
          </a:p>
          <a:p>
            <a:r>
              <a:t>Bring the title card in only on “I’m Temidayo Afonja.”</a:t>
            </a:r>
          </a:p>
          <a:p>
            <a:r>
              <a:t>NON-ALARMIST IS A HARD RULE for this whole video. What follows on this slide is the explicit reassurance — being valuable where you are is real value, it is not a trap and not a warning sign. If the edit makes praise, pay or being relied on look like a symptom, the video has failed.</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2.</a:t>
            </a:r>
          </a:p>
          <a:p>
            <a:r>
              <a:t>Timing: approximately 1:33.</a:t>
            </a:r>
          </a:p>
          <a:p>
            <a:r>
              <a:t>Slide 2 — Valuable Here / Legible Elsewhere.</a:t>
            </a:r>
          </a:p>
          <a:p>
            <a:r>
              <a:t>Cue — the line that lands on this slide: “Here is what makes this so hard to notice.”</a:t>
            </a:r>
          </a:p>
          <a:p>
            <a:r>
              <a:t>The mechanism slide. Reveal the contrast, then let her talk over it.</a:t>
            </a:r>
          </a:p>
          <a:p>
            <a:r>
              <a:t>“The people around you may know exactly why you matter, because they have seen the work.” This is a compliment and must be delivered as one. The claim is deliberately bounded — it says the people around you MAY know, not that every company reads its people correctly.</a:t>
            </a:r>
          </a:p>
          <a:p>
            <a:r>
              <a:t>“They are not being unfair when they cannot see it. They simply cannot read the evidence.” — this is the line that keeps the video generous about other employers. Keep it.</a:t>
            </a:r>
          </a:p>
          <a:p>
            <a:r>
              <a:t>Her own crossings across functions, employers and industries are the proof here. No employer, client, metric or result is attached to this beat, and there is no number anywhere in this video.</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2:54.</a:t>
            </a:r>
          </a:p>
          <a:p>
            <a:r>
              <a:t>Slide 3 — 01 Remove the Company Nouns.</a:t>
            </a:r>
          </a:p>
          <a:p>
            <a:r>
              <a:t>Cue — the line that lands on this slide: “The first test is to remove the company nouns.”</a:t>
            </a:r>
          </a:p>
          <a:p>
            <a:r>
              <a:t>Section break only. The three tests do not arrive until about 2:52, which is deliberate — recognition first.</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4.</a:t>
            </a:r>
          </a:p>
          <a:p>
            <a:r>
              <a:t>Timing: approximately 2:57.</a:t>
            </a:r>
          </a:p>
          <a:p>
            <a:r>
              <a:t>Slide 4 — Test One.</a:t>
            </a:r>
          </a:p>
          <a:p>
            <a:r>
              <a:t>Cue — the line that lands on this slide: “Take one sentence you would use to describe your work, and delete every word that only exists inside your employer.”</a:t>
            </a:r>
          </a:p>
          <a:p>
            <a:r>
              <a:t>The before and after sentence is the centre of this slide. Reveal the before, let it sit, then the after.</a:t>
            </a:r>
          </a:p>
          <a:p>
            <a:r>
              <a:t>FACTUAL BOUNDARY: the QBR sentence is a generic worked example. There is no client, employer, number or result behind it. Do not caption it as a case study, do not add a logo, do not imply it is real.</a:t>
            </a:r>
          </a:p>
          <a:p>
            <a:r>
              <a:t>“It is a diagnostic” — not CV advice. Keep that framing.</a:t>
            </a:r>
          </a:p>
          <a:p>
            <a:r>
              <a:t>Reveal states: 2. Reveal frame 4–5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4.</a:t>
            </a:r>
          </a:p>
          <a:p>
            <a:r>
              <a:t>Timing: approximately 2:57.</a:t>
            </a:r>
          </a:p>
          <a:p>
            <a:r>
              <a:t>Slide 4 — Test One.</a:t>
            </a:r>
          </a:p>
          <a:p>
            <a:r>
              <a:t>Cue — the line that lands on this slide: “Take one sentence you would use to describe your work, and delete every word that only exists inside your employer.”</a:t>
            </a:r>
          </a:p>
          <a:p>
            <a:r>
              <a:t>The before and after sentence is the centre of this slide. Reveal the before, let it sit, then the after.</a:t>
            </a:r>
          </a:p>
          <a:p>
            <a:r>
              <a:t>FACTUAL BOUNDARY: the QBR sentence is a generic worked example. There is no client, employer, number or result behind it. Do not caption it as a case study, do not add a logo, do not imply it is real.</a:t>
            </a:r>
          </a:p>
          <a:p>
            <a:r>
              <a:t>“It is a diagnostic” — not CV advice. Keep that framing.</a:t>
            </a:r>
          </a:p>
          <a:p>
            <a:r>
              <a:t>Reveal states: 2. Reveal frame 4–5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4:12.</a:t>
            </a:r>
          </a:p>
          <a:p>
            <a:r>
              <a:t>Slide 5 — 02 Find Outside-Context Evidence.</a:t>
            </a:r>
          </a:p>
          <a:p>
            <a:r>
              <a:t>Cue — the line that lands on this slide: “The second test is to find outside-context evidence.”</a:t>
            </a:r>
          </a:p>
          <a:p>
            <a:r>
              <a:t>Section break only.</a:t>
            </a:r>
          </a:p>
          <a:p>
            <a:r>
              <a:t>Single state. Reveal frame 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6.</a:t>
            </a:r>
          </a:p>
          <a:p>
            <a:r>
              <a:t>Timing: approximately 4:15.</a:t>
            </a:r>
          </a:p>
          <a:p>
            <a:r>
              <a:t>Slide 6 — Test Two.</a:t>
            </a:r>
          </a:p>
          <a:p>
            <a:r>
              <a:t>Cue — the line that lands on this slide: “Think of a time your judgment was useful beyond your immediate role, your immediate team, or your employer.”</a:t>
            </a:r>
          </a:p>
          <a:p>
            <a:r>
              <a:t>The examples of outside-context evidence reveal one at a time.</a:t>
            </a:r>
          </a:p>
          <a:p>
            <a:r>
              <a:t>“It is the only evidence that has already been tested on people who did not owe you the benefit of the doubt.” That is the reason the test exists. Do not cut it.</a:t>
            </a:r>
          </a:p>
          <a:p>
            <a:r>
              <a:t>The paragraph about deep versus wide is the non-alarmist safeguard in this section. Finding little outside-context evidence is not a verdict on the viewer. Keep both sentences.</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6.</a:t>
            </a:r>
          </a:p>
          <a:p>
            <a:r>
              <a:t>Timing: approximately 4:15.</a:t>
            </a:r>
          </a:p>
          <a:p>
            <a:r>
              <a:t>Slide 6 — Test Two.</a:t>
            </a:r>
          </a:p>
          <a:p>
            <a:r>
              <a:t>Cue — the line that lands on this slide: “Think of a time your judgment was useful beyond your immediate role, your immediate team, or your employer.”</a:t>
            </a:r>
          </a:p>
          <a:p>
            <a:r>
              <a:t>The examples of outside-context evidence reveal one at a time.</a:t>
            </a:r>
          </a:p>
          <a:p>
            <a:r>
              <a:t>“It is the only evidence that has already been tested on people who did not owe you the benefit of the doubt.” That is the reason the test exists. Do not cut it.</a:t>
            </a:r>
          </a:p>
          <a:p>
            <a:r>
              <a:t>The paragraph about deep versus wide is the non-alarmist safeguard in this section. Finding little outside-context evidence is not a verdict on the viewer. Keep both sentences.</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6.</a:t>
            </a:r>
          </a:p>
          <a:p>
            <a:r>
              <a:t>Timing: approximately 4:15.</a:t>
            </a:r>
          </a:p>
          <a:p>
            <a:r>
              <a:t>Slide 6 — Test Two.</a:t>
            </a:r>
          </a:p>
          <a:p>
            <a:r>
              <a:t>Cue — the line that lands on this slide: “Think of a time your judgment was useful beyond your immediate role, your immediate team, or your employer.”</a:t>
            </a:r>
          </a:p>
          <a:p>
            <a:r>
              <a:t>The examples of outside-context evidence reveal one at a time.</a:t>
            </a:r>
          </a:p>
          <a:p>
            <a:r>
              <a:t>“It is the only evidence that has already been tested on people who did not owe you the benefit of the doubt.” That is the reason the test exists. Do not cut it.</a:t>
            </a:r>
          </a:p>
          <a:p>
            <a:r>
              <a:t>The paragraph about deep versus wide is the non-alarmist safeguard in this section. Finding little outside-context evidence is not a verdict on the viewer. Keep both sentences.</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6.</a:t>
            </a:r>
          </a:p>
          <a:p>
            <a:r>
              <a:t>Timing: approximately 4:15.</a:t>
            </a:r>
          </a:p>
          <a:p>
            <a:r>
              <a:t>Slide 6 — Test Two.</a:t>
            </a:r>
          </a:p>
          <a:p>
            <a:r>
              <a:t>Cue — the line that lands on this slide: “Think of a time your judgment was useful beyond your immediate role, your immediate team, or your employer.”</a:t>
            </a:r>
          </a:p>
          <a:p>
            <a:r>
              <a:t>The examples of outside-context evidence reveal one at a time.</a:t>
            </a:r>
          </a:p>
          <a:p>
            <a:r>
              <a:t>“It is the only evidence that has already been tested on people who did not owe you the benefit of the doubt.” That is the reason the test exists. Do not cut it.</a:t>
            </a:r>
          </a:p>
          <a:p>
            <a:r>
              <a:t>The paragraph about deep versus wide is the non-alarmist safeguard in this section. Finding little outside-context evidence is not a verdict on the viewer. Keep both sentences.</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5:36.</a:t>
            </a:r>
          </a:p>
          <a:p>
            <a:r>
              <a:t>Slide 7 — 03 Read the Last 90 Days.</a:t>
            </a:r>
          </a:p>
          <a:p>
            <a:r>
              <a:t>Cue — the line that lands on this slide: “The third test is to read your last 90 days.”</a:t>
            </a:r>
          </a:p>
          <a:p>
            <a:r>
              <a:t>Section break only.</a:t>
            </a:r>
          </a:p>
          <a:p>
            <a:r>
              <a:t>Single state. Reveal frame 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8.</a:t>
            </a:r>
          </a:p>
          <a:p>
            <a:r>
              <a:t>Timing: approximately 5:40.</a:t>
            </a:r>
          </a:p>
          <a:p>
            <a:r>
              <a:t>Slide 8 — Test Three.</a:t>
            </a:r>
          </a:p>
          <a:p>
            <a:r>
              <a:t>Cue — the line that lands on this slide: “Not whether you were busy.”</a:t>
            </a:r>
          </a:p>
          <a:p>
            <a:r>
              <a:t>The questions reveal one at a time.</a:t>
            </a:r>
          </a:p>
          <a:p>
            <a:r>
              <a:t>The skipped question — new judgment, or the same work faster — is the payoff of the section. Give it room before the answer.</a:t>
            </a:r>
          </a:p>
          <a:p>
            <a:r>
              <a:t>“Both are fine. You just want to know which one you have been doing.” No judgement in the delivery, and no visual that codes speed as bad.</a:t>
            </a:r>
          </a:p>
          <a:p>
            <a:r>
              <a:t>Reveal states: 4. Reveal frame 12–15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8.</a:t>
            </a:r>
          </a:p>
          <a:p>
            <a:r>
              <a:t>Timing: approximately 5:40.</a:t>
            </a:r>
          </a:p>
          <a:p>
            <a:r>
              <a:t>Slide 8 — Test Three.</a:t>
            </a:r>
          </a:p>
          <a:p>
            <a:r>
              <a:t>Cue — the line that lands on this slide: “Not whether you were busy.”</a:t>
            </a:r>
          </a:p>
          <a:p>
            <a:r>
              <a:t>The questions reveal one at a time.</a:t>
            </a:r>
          </a:p>
          <a:p>
            <a:r>
              <a:t>The skipped question — new judgment, or the same work faster — is the payoff of the section. Give it room before the answer.</a:t>
            </a:r>
          </a:p>
          <a:p>
            <a:r>
              <a:t>“Both are fine. You just want to know which one you have been doing.” No judgement in the delivery, and no visual that codes speed as bad.</a:t>
            </a:r>
          </a:p>
          <a:p>
            <a:r>
              <a:t>Reveal states: 4. Reveal frame 12–15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8.</a:t>
            </a:r>
          </a:p>
          <a:p>
            <a:r>
              <a:t>Timing: approximately 5:40.</a:t>
            </a:r>
          </a:p>
          <a:p>
            <a:r>
              <a:t>Slide 8 — Test Three.</a:t>
            </a:r>
          </a:p>
          <a:p>
            <a:r>
              <a:t>Cue — the line that lands on this slide: “Not whether you were busy.”</a:t>
            </a:r>
          </a:p>
          <a:p>
            <a:r>
              <a:t>The questions reveal one at a time.</a:t>
            </a:r>
          </a:p>
          <a:p>
            <a:r>
              <a:t>The skipped question — new judgment, or the same work faster — is the payoff of the section. Give it room before the answer.</a:t>
            </a:r>
          </a:p>
          <a:p>
            <a:r>
              <a:t>“Both are fine. You just want to know which one you have been doing.” No judgement in the delivery, and no visual that codes speed as bad.</a:t>
            </a:r>
          </a:p>
          <a:p>
            <a:r>
              <a:t>Reveal states: 4. Reveal frame 12–15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8.</a:t>
            </a:r>
          </a:p>
          <a:p>
            <a:r>
              <a:t>Timing: approximately 5:40.</a:t>
            </a:r>
          </a:p>
          <a:p>
            <a:r>
              <a:t>Slide 8 — Test Three.</a:t>
            </a:r>
          </a:p>
          <a:p>
            <a:r>
              <a:t>Cue — the line that lands on this slide: “Not whether you were busy.”</a:t>
            </a:r>
          </a:p>
          <a:p>
            <a:r>
              <a:t>The questions reveal one at a time.</a:t>
            </a:r>
          </a:p>
          <a:p>
            <a:r>
              <a:t>The skipped question — new judgment, or the same work faster — is the payoff of the section. Give it room before the answer.</a:t>
            </a:r>
          </a:p>
          <a:p>
            <a:r>
              <a:t>“Both are fine. You just want to know which one you have been doing.” No judgement in the delivery, and no visual that codes speed as bad.</a:t>
            </a:r>
          </a:p>
          <a:p>
            <a:r>
              <a:t>Reveal states: 4. Reveal frame 12–15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9.</a:t>
            </a:r>
          </a:p>
          <a:p>
            <a:r>
              <a:t>Timing: approximately 6:37.</a:t>
            </a:r>
          </a:p>
          <a:p>
            <a:r>
              <a:t>Slide 9 — The Three Tests.</a:t>
            </a:r>
          </a:p>
          <a:p>
            <a:r>
              <a:t>Cue — the line that lands on this slide: “So those are the three.”</a:t>
            </a:r>
          </a:p>
          <a:p>
            <a:r>
              <a:t>The three tests together on screen for the first time. Short slide.</a:t>
            </a:r>
          </a:p>
          <a:p>
            <a:r>
              <a:t>Single state. Reveal frame 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10.</a:t>
            </a:r>
          </a:p>
          <a:p>
            <a:r>
              <a:t>Timing: approximately 6:44.</a:t>
            </a:r>
          </a:p>
          <a:p>
            <a:r>
              <a:t>Slide 10 — Read the Pattern.</a:t>
            </a:r>
          </a:p>
          <a:p>
            <a:r>
              <a:t>Cue — the line that lands on this slide: “And I want to tell you how to read them, because one test on one bad quarter tells you nothing.”</a:t>
            </a:r>
          </a:p>
          <a:p>
            <a:r>
              <a:t>The two questions held side by side.</a:t>
            </a:r>
          </a:p>
          <a:p>
            <a:r>
              <a:t>“Do not diagnose your career from a single quarter.” This slide exists to stop the video producing anxiety from one bad stretch. It is not optional.</a:t>
            </a:r>
          </a:p>
          <a:p>
            <a:r>
              <a:t>Close on “Not panic. Attention.” Let it land.</a:t>
            </a:r>
          </a:p>
          <a:p>
            <a:r>
              <a:t>Single state. Reveal frame 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11.</a:t>
            </a:r>
          </a:p>
          <a:p>
            <a:r>
              <a:t>Timing: approximately 7:31.</a:t>
            </a:r>
          </a:p>
          <a:p>
            <a:r>
              <a:t>Slide 11 — Before You Leave.</a:t>
            </a:r>
          </a:p>
          <a:p>
            <a:r>
              <a:t>Cue — the line that lands on this slide: “Which brings me to the part you might assume is coming, and it is not.”</a:t>
            </a:r>
          </a:p>
          <a:p>
            <a:r>
              <a:t>The things the viewer could do without going anywhere reveal one at a time.</a:t>
            </a:r>
          </a:p>
          <a:p>
            <a:r>
              <a:t>Then the honest limits: this will not stop a restructure, control a hiring market, or turn a bad year into a good one.</a:t>
            </a:r>
          </a:p>
          <a:p>
            <a:r>
              <a:t>THE IDENTITY EXIT sits at the end of this slide: “Not a plan for leaving. The habit of checking.” It is the point of the video. If the edit runs long, cut something else.</a:t>
            </a:r>
          </a:p>
          <a:p>
            <a:r>
              <a:t>Reveal states: 4. Reveal frame 18–21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11.</a:t>
            </a:r>
          </a:p>
          <a:p>
            <a:r>
              <a:t>Timing: approximately 7:31.</a:t>
            </a:r>
          </a:p>
          <a:p>
            <a:r>
              <a:t>Slide 11 — Before You Leave.</a:t>
            </a:r>
          </a:p>
          <a:p>
            <a:r>
              <a:t>Cue — the line that lands on this slide: “Which brings me to the part you might assume is coming, and it is not.”</a:t>
            </a:r>
          </a:p>
          <a:p>
            <a:r>
              <a:t>The things the viewer could do without going anywhere reveal one at a time.</a:t>
            </a:r>
          </a:p>
          <a:p>
            <a:r>
              <a:t>Then the honest limits: this will not stop a restructure, control a hiring market, or turn a bad year into a good one.</a:t>
            </a:r>
          </a:p>
          <a:p>
            <a:r>
              <a:t>THE IDENTITY EXIT sits at the end of this slide: “Not a plan for leaving. The habit of checking.” It is the point of the video. If the edit runs long, cut something else.</a:t>
            </a:r>
          </a:p>
          <a:p>
            <a:r>
              <a:t>Reveal states: 4. Reveal frame 18–21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11.</a:t>
            </a:r>
          </a:p>
          <a:p>
            <a:r>
              <a:t>Timing: approximately 7:31.</a:t>
            </a:r>
          </a:p>
          <a:p>
            <a:r>
              <a:t>Slide 11 — Before You Leave.</a:t>
            </a:r>
          </a:p>
          <a:p>
            <a:r>
              <a:t>Cue — the line that lands on this slide: “Which brings me to the part you might assume is coming, and it is not.”</a:t>
            </a:r>
          </a:p>
          <a:p>
            <a:r>
              <a:t>The things the viewer could do without going anywhere reveal one at a time.</a:t>
            </a:r>
          </a:p>
          <a:p>
            <a:r>
              <a:t>Then the honest limits: this will not stop a restructure, control a hiring market, or turn a bad year into a good one.</a:t>
            </a:r>
          </a:p>
          <a:p>
            <a:r>
              <a:t>THE IDENTITY EXIT sits at the end of this slide: “Not a plan for leaving. The habit of checking.” It is the point of the video. If the edit runs long, cut something else.</a:t>
            </a:r>
          </a:p>
          <a:p>
            <a:r>
              <a:t>Reveal states: 4. Reveal frame 18–21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11.</a:t>
            </a:r>
          </a:p>
          <a:p>
            <a:r>
              <a:t>Timing: approximately 7:31.</a:t>
            </a:r>
          </a:p>
          <a:p>
            <a:r>
              <a:t>Slide 11 — Before You Leave.</a:t>
            </a:r>
          </a:p>
          <a:p>
            <a:r>
              <a:t>Cue — the line that lands on this slide: “Which brings me to the part you might assume is coming, and it is not.”</a:t>
            </a:r>
          </a:p>
          <a:p>
            <a:r>
              <a:t>The things the viewer could do without going anywhere reveal one at a time.</a:t>
            </a:r>
          </a:p>
          <a:p>
            <a:r>
              <a:t>Then the honest limits: this will not stop a restructure, control a hiring market, or turn a bad year into a good one.</a:t>
            </a:r>
          </a:p>
          <a:p>
            <a:r>
              <a:t>THE IDENTITY EXIT sits at the end of this slide: “Not a plan for leaving. The habit of checking.” It is the point of the video. If the edit runs long, cut something else.</a:t>
            </a:r>
          </a:p>
          <a:p>
            <a:r>
              <a:t>Reveal states: 4. Reveal frame 18–21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8:48.</a:t>
            </a:r>
          </a:p>
          <a:p>
            <a:r>
              <a:t>Slide 12 — Capability Formation Field Kit.</a:t>
            </a:r>
          </a:p>
          <a:p>
            <a:r>
              <a:t>Cue — the line that lands on this slide: “If you want a fuller read than three tests can give you, I made the Capability Formation Field Kit.”</a:t>
            </a:r>
          </a:p>
          <a:p>
            <a:r>
              <a:t>Show the real Field Kit artwork briefly. One CTA in this video — do not add Keep the Proof or the Career Evidence Starter.</a:t>
            </a:r>
          </a:p>
          <a:p>
            <a:r>
              <a:t>Before publishing, verify the live /fieldkit redirect and the current listing.</a:t>
            </a:r>
          </a:p>
          <a:p>
            <a:r>
              <a:t>Single state. Reveal frame 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13.</a:t>
            </a:r>
          </a:p>
          <a:p>
            <a:r>
              <a:t>Timing: approximately 9:09.</a:t>
            </a:r>
          </a:p>
          <a:p>
            <a:r>
              <a:t>Slide 13 — Watch Next.</a:t>
            </a:r>
          </a:p>
          <a:p>
            <a:r>
              <a:t>Cue — the line that lands on this slide: “And if you are further along than checking — if some part of you has already decided — there is a different conversation to have.”</a:t>
            </a:r>
          </a:p>
          <a:p>
            <a:r>
              <a:t>The Video 3 route. This card already carries the corrected title, “3 Things to Do Before Quitting Your Job”. Verify it on the recording screen.</a:t>
            </a:r>
          </a:p>
          <a:p>
            <a:r>
              <a:t>“I am not going to try to talk you into staying. I want to help you leave with more than exhaustion.” — that is the Video 3 promise, previewed honestly.</a:t>
            </a:r>
          </a:p>
          <a:p>
            <a:r>
              <a:t>Sign off clean. No music sting over the last two lines.</a:t>
            </a:r>
          </a:p>
          <a:p>
            <a:r>
              <a:t>Single state. Reveal frame 23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3 Things to Do</a:t>
            </a:r>
            <a:br/>
            <a:r>
              <a:rPr sz="4000" b="1" i="0">
                <a:solidFill>
                  <a:srgbClr val="F5F1E8"/>
                </a:solidFill>
                <a:latin typeface="Montserrat"/>
                <a:ea typeface="Montserrat"/>
                <a:cs typeface="Montserrat"/>
              </a:rPr>
              <a:t>Before Quitting</a:t>
            </a:r>
            <a:br/>
            <a:r>
              <a:rPr sz="4000" b="1" i="0">
                <a:solidFill>
                  <a:srgbClr val="F5F1E8"/>
                </a:solidFill>
                <a:latin typeface="Montserrat"/>
                <a:ea typeface="Montserrat"/>
                <a:cs typeface="Montserrat"/>
              </a:rPr>
              <a:t>Your Job</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