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V12_MG01_Constraint_Versus_Conclusion.png  (MG01)</a:t>
            </a:r>
          </a:p>
          <a:p/>
          <a:p>
            <a:r>
              <a:t>Mode: TRUE FULL SCREEN</a:t>
            </a:r>
          </a:p>
          <a:p/>
          <a:p>
            <a:r>
              <a:t>On screen: I CANNOT LEAVE YET: a constraint / NOTHING CAN CHANGE: a conclusion</a:t>
            </a:r>
          </a:p>
          <a:p/>
          <a:p>
            <a:r>
              <a:t>Trigger: They are not the same thing.</a:t>
            </a:r>
          </a:p>
          <a:p/>
          <a:p>
            <a:r>
              <a:t>Purpose: The reframe the entire video depends on, in the hook.</a:t>
            </a:r>
          </a:p>
          <a:p>
            <a:r>
              <a:t>Hold: 8 to 9 seconds.</a:t>
            </a:r>
          </a:p>
          <a:p>
            <a:r>
              <a:t>Exit: Cut back to camera for the no-second-full-time-job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V12_MG02_Protection_First.png  (MG02)</a:t>
            </a:r>
          </a:p>
          <a:p/>
          <a:p>
            <a:r>
              <a:t>Mode: TRUE FULL SCREEN</a:t>
            </a:r>
          </a:p>
          <a:p/>
          <a:p>
            <a:r>
              <a:t>On screen: PROTECTION BEFORE CAREER STRATEGY</a:t>
            </a:r>
          </a:p>
          <a:p/>
          <a:p>
            <a:r>
              <a:t>Trigger: This is not a request to tolerate an unsafe or harmful situation.</a:t>
            </a:r>
          </a:p>
          <a:p/>
          <a:p>
            <a:r>
              <a:t>Purpose: Places the safety boundary where the script places it, before any planning.</a:t>
            </a:r>
          </a:p>
          <a:p>
            <a:r>
              <a:t>Hold: 8 to 9 seconds. The support line must be readable.</a:t>
            </a:r>
          </a:p>
          <a:p>
            <a:r>
              <a:t>Exit: Cut back to camera for the cannot-interpret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V12_MG03_Protect_Bound_Prepare.png  (MG03)</a:t>
            </a:r>
          </a:p>
          <a:p/>
          <a:p>
            <a:r>
              <a:t>Mode: TRUE FULL SCREEN</a:t>
            </a:r>
          </a:p>
          <a:p/>
          <a:p>
            <a:r>
              <a:t>On screen: PROTECT WHAT MUST HOLD / BOUND WHAT YOU CAN / PREPARE ONE POSSIBLE NEXT STEP</a:t>
            </a:r>
          </a:p>
          <a:p/>
          <a:p>
            <a:r>
              <a:t>Trigger: You need to protect what must hold, put boundaries where you can, and prepare one possible next step.</a:t>
            </a:r>
          </a:p>
          <a:p/>
          <a:p>
            <a:r>
              <a:t>Purpose: The hero framework. Returns briefly at each section change.</a:t>
            </a:r>
          </a:p>
          <a:p>
            <a:r>
              <a:t>Hold: 9 to 10 seconds first time, 3 seconds on each return.</a:t>
            </a:r>
          </a:p>
          <a:p>
            <a:r>
              <a:t>Exit: Cut back to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V12_MG04_What_Must_Hold.png  (MG04)</a:t>
            </a:r>
          </a:p>
          <a:p/>
          <a:p>
            <a:r>
              <a:t>Mode: TRUE FULL SCREEN</a:t>
            </a:r>
          </a:p>
          <a:p/>
          <a:p>
            <a:r>
              <a:t>On screen: FOR NOW, ANY CHANGE NEEDS TO PROTECT...</a:t>
            </a:r>
          </a:p>
          <a:p/>
          <a:p>
            <a:r>
              <a:t>Trigger: Write one sentence:</a:t>
            </a:r>
          </a:p>
          <a:p/>
          <a:p>
            <a:r>
              <a:t>Purpose: The first deliverable. One sentence the viewer writes down.</a:t>
            </a:r>
          </a:p>
          <a:p>
            <a:r>
              <a:t>Hold: 9 to 10 seconds. The viewer is writing.</a:t>
            </a:r>
          </a:p>
          <a:p>
            <a:r>
              <a:t>Exit: Cut back to camera for the second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V12_MG05_Make_The_Tradeoff_Visible.png  (MG05)</a:t>
            </a:r>
          </a:p>
          <a:p/>
          <a:p>
            <a:r>
              <a:t>Mode: TRUE FULL SCREEN</a:t>
            </a:r>
          </a:p>
          <a:p/>
          <a:p>
            <a:r>
              <a:t>On screen: THE FEELING: this job is impossible / THE SPECIFIC ASK: what should change in priority, scope, support, or timing?</a:t>
            </a:r>
          </a:p>
          <a:p/>
          <a:p>
            <a:r>
              <a:t>Trigger: That makes the tradeoff visible.</a:t>
            </a:r>
          </a:p>
          <a:p/>
          <a:p>
            <a:r>
              <a:t>Purpose: Gives the viewer a sentence to use, with the safety caveat attached to the same frame.</a:t>
            </a:r>
          </a:p>
          <a:p>
            <a:r>
              <a:t>Hold: 11 to 12 seconds. The right column is a long sentence.</a:t>
            </a:r>
          </a:p>
          <a:p>
            <a:r>
              <a:t>Exit: Cut back to camera for the no-room-to-negotiate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V12_MG06_Question_Not_Activity.png  (MG06)</a:t>
            </a:r>
          </a:p>
          <a:p/>
          <a:p>
            <a:r>
              <a:t>Mode: TRUE FULL SCREEN</a:t>
            </a:r>
          </a:p>
          <a:p/>
          <a:p>
            <a:r>
              <a:t>On screen: AN ACTIVITY WITHOUT A TEST vs A QUESTION</a:t>
            </a:r>
          </a:p>
          <a:p/>
          <a:p>
            <a:r>
              <a:t>Trigger: Choose a question before you choose an activity.</a:t>
            </a:r>
          </a:p>
          <a:p/>
          <a:p>
            <a:r>
              <a:t>Purpose: Stops the viewer converting a constraint into busywork.</a:t>
            </a:r>
          </a:p>
          <a:p>
            <a:r>
              <a:t>Hold: 9 to 10 seconds.</a:t>
            </a:r>
          </a:p>
          <a:p>
            <a:r>
              <a:t>Exit: Cut back to camera for the exchange-not-add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V12_MG07_The_Four_Lines.png  (MG07)</a:t>
            </a:r>
          </a:p>
          <a:p/>
          <a:p>
            <a:r>
              <a:t>Mode: TRUE FULL SCREEN</a:t>
            </a:r>
          </a:p>
          <a:p/>
          <a:p>
            <a:r>
              <a:t>On screen: What must hold for now? / What can I influence safely? / What one question would make the next option clearer? / When will I review this again?</a:t>
            </a:r>
          </a:p>
          <a:p/>
          <a:p>
            <a:r>
              <a:t>Trigger: Put four lines on a page:</a:t>
            </a:r>
          </a:p>
          <a:p/>
          <a:p>
            <a:r>
              <a:t>Purpose: The private plan. The viewer will screenshot this.</a:t>
            </a:r>
          </a:p>
          <a:p>
            <a:r>
              <a:t>Hold: 11 to 13 seconds. This is the screenshot frame.</a:t>
            </a:r>
          </a:p>
          <a:p>
            <a:r>
              <a:t>Exit: Cut back to camera for the limited-capacity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V12_RESOURCE_Career_Decision_Evidence_Check.png  (RES)</a:t>
            </a:r>
          </a:p>
          <a:p/>
          <a:p>
            <a:r>
              <a:t>Mode: TRUE FULL SCREEN</a:t>
            </a:r>
          </a:p>
          <a:p/>
          <a:p>
            <a:r>
              <a:t>On screen: FREE CAREER DECISION EVIDENCE CHECK / temidayoafonja.com/career-decisions</a:t>
            </a:r>
          </a:p>
          <a:p/>
          <a:p>
            <a:r>
              <a:t>Trigger: The free Career Decision Evidence Check is linked below.</a:t>
            </a:r>
          </a:p>
          <a:p/>
          <a:p>
            <a:r>
              <a:t>Purpose: The single resource route.</a:t>
            </a:r>
          </a:p>
          <a:p>
            <a:r>
              <a:t>Hold: 8 to 9 seconds.</a:t>
            </a:r>
          </a:p>
          <a:p>
            <a:r>
              <a:t>Exit: Cut back to camera for the closing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V12_WATCH_NEXT_Thirty_Day_Plan.png  (WN)</a:t>
            </a:r>
          </a:p>
          <a:p/>
          <a:p>
            <a:r>
              <a:t>Mode: TRUE FULL SCREEN, FINAL</a:t>
            </a:r>
          </a:p>
          <a:p/>
          <a:p>
            <a:r>
              <a:t>On screen: WATCH NEXT: A 30-DAY PLAN TO TEST YOUR NEXT CAREER MOVE</a:t>
            </a:r>
          </a:p>
          <a:p/>
          <a:p>
            <a:r>
              <a:t>Trigger: Watch “A 30-Day Plan to Test Your Next Career Move” next.</a:t>
            </a:r>
          </a:p>
          <a:p/>
          <a:p>
            <a:r>
              <a:t>Purpose: Final visual. Right of frame kept clear for the end-screen element.</a:t>
            </a:r>
          </a:p>
          <a:p>
            <a:r>
              <a:t>Hold: 10 to 14 seconds, through the final spoken line and the closing hold.</a:t>
            </a:r>
          </a:p>
          <a:p>
            <a:r>
              <a:t>Exit: NONE. Final visual. No camera return, no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06819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These are not the same 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302933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324523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“I CANNOT LEAVE YET.”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792093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is a constraint.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302933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324523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“NOTHING CAN CHANGE.”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421195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is a conclusion.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606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PROTECTION BEFORE</a:t>
            </a:r>
            <a:br/>
            <a:r>
              <a:rPr sz="40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CAREER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9062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If health, safety, harassment, discrimination, or another urgent issue is involved, appropriate support comes first.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YOU CAN ACTUALLY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9892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52272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PROTECT WHAT MUST 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23697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316077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BOUND WHAT YOU 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87502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79882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PREPARE ONE POSSIBLE NEXT STEP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| PROTECT WHAT MUST 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174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“FOR NOW, ANY CHANGE</a:t>
            </a:r>
            <a:br/>
            <a:r>
              <a:rPr sz="3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NEEDS TO PROTECT…”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3372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Finish it with the constraint you actually have. This is a private planning exercise.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| BOUND WHAT YOU 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Describe the cost concretely.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4632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6791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FEELING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16814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“This job is impossible.”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4632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6791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SPECIFIC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16814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“I can carry A and B at the agreed level. With C added, what should change in priority, scope, support, or timing?”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503402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 the conversation only where it is safe and appropriate.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| PREPARE ONE POSSIBLE NEXT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092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Choose a question before you choose an activity.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9544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703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 ACTIVITY WITHOUT A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0212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“I should be on LinkedIn more.”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9544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703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592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“What would I need to prove to be considered for that role?”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77634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small step should answer a useful question or preserve an option.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422144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345944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must hold for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8907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91287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part of the current situation can I influence safely?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one question would make the next option clearer?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2292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404672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When will I review this again?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FREE CAREER DECISION EVIDENCE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Read the evidence behind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staying, moving, or leaving.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does not replace the guidance a high-stakes decision may require.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 30-Day Plan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Test Your Next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Career Move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