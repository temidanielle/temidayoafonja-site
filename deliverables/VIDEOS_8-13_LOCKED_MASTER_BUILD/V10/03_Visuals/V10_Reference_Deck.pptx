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V10_MG01_Access_Not_Experience.png  (MG01)</a:t>
            </a:r>
          </a:p>
          <a:p/>
          <a:p>
            <a:r>
              <a:t>Mode: TRUE FULL SCREEN</a:t>
            </a:r>
          </a:p>
          <a:p/>
          <a:p>
            <a:r>
              <a:t>On screen: YOUR EXPERIENCE DID NOT DISAPPEAR. YOUR ACCESS TO THE EVIDENCE DID.</a:t>
            </a:r>
          </a:p>
          <a:p/>
          <a:p>
            <a:r>
              <a:t>Trigger: Your experience did not disappear.</a:t>
            </a:r>
          </a:p>
          <a:p/>
          <a:p>
            <a:r>
              <a:t>Purpose: The distinction the whole video rests on, at the end of the hook.</a:t>
            </a:r>
          </a:p>
          <a:p>
            <a:r>
              <a:t>Hold: 7 to 8 seconds.</a:t>
            </a:r>
          </a:p>
          <a:p>
            <a:r>
              <a:t>Exit: Cut back to camera for the not-a-prediction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V10_MG02_Preparation_Is_Not_Extraction.png  (MG02)</a:t>
            </a:r>
          </a:p>
          <a:p/>
          <a:p>
            <a:r>
              <a:t>Mode: TRUE FULL SCREEN</a:t>
            </a:r>
          </a:p>
          <a:p/>
          <a:p>
            <a:r>
              <a:t>On screen: PREPARATION IS NOT EXTRACTION / no forwarding internal emails, downloading dashboards, copying customer information, or collecting employee records</a:t>
            </a:r>
          </a:p>
          <a:p/>
          <a:p>
            <a:r>
              <a:t>Trigger: Access to a document does not mean you are entitled to keep it.</a:t>
            </a:r>
          </a:p>
          <a:p/>
          <a:p>
            <a:r>
              <a:t>Purpose: States the boundary plainly and early, exactly where the script places it.</a:t>
            </a:r>
          </a:p>
          <a:p>
            <a:r>
              <a:t>Hold: 9 to 10 seconds. The list must be readable.</a:t>
            </a:r>
          </a:p>
          <a:p>
            <a:r>
              <a:t>Exit: Cut back to camera for the get-guidance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V10_MG03_Capture_Qualify_Retrieve.png  (MG03)</a:t>
            </a:r>
          </a:p>
          <a:p/>
          <a:p>
            <a:r>
              <a:t>Mode: TRUE FULL SCREEN</a:t>
            </a:r>
          </a:p>
          <a:p/>
          <a:p>
            <a:r>
              <a:t>On screen: CAPTURE THE CONTRIBUTION / QUALIFY THE CLAIM / MAKE IT RETRIEVABLE</a:t>
            </a:r>
          </a:p>
          <a:p/>
          <a:p>
            <a:r>
              <a:t>Trigger: It is a simple evidence habit:</a:t>
            </a:r>
          </a:p>
          <a:p/>
          <a:p>
            <a:r>
              <a:t>Purpose: The hero framework. Returns briefly at each section change.</a:t>
            </a:r>
          </a:p>
          <a:p>
            <a:r>
              <a:t>Hold: 9 to 10 seconds first time, 3 seconds on each return.</a:t>
            </a:r>
          </a:p>
          <a:p>
            <a:r>
              <a:t>Exit: Cut back to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V10_MG04_Calendar_Versus_Contribution.png  (MG04)</a:t>
            </a:r>
          </a:p>
          <a:p/>
          <a:p>
            <a:r>
              <a:t>Mode: TRUE FULL SCREEN</a:t>
            </a:r>
          </a:p>
          <a:p/>
          <a:p>
            <a:r>
              <a:t>On screen: THE CALENDAR ENTRY: attended weekly implementation meetings / THE CONTRIBUTION: I identified conflicting completion criteria</a:t>
            </a:r>
          </a:p>
          <a:p/>
          <a:p>
            <a:r>
              <a:t>Trigger: That is a calendar entry. It tells me where you spent time, not what you contributed.</a:t>
            </a:r>
          </a:p>
          <a:p/>
          <a:p>
            <a:r>
              <a:t>Purpose: The clearest before and after in the video.</a:t>
            </a:r>
          </a:p>
          <a:p>
            <a:r>
              <a:t>Hold: 10 to 11 seconds. The right column is a long sentence.</a:t>
            </a:r>
          </a:p>
          <a:p>
            <a:r>
              <a:t>Exit: Cut back to camera for what the record does not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V10_MG05_Confirmed_Qualified_Not_Verified.png  (MG05)</a:t>
            </a:r>
          </a:p>
          <a:p/>
          <a:p>
            <a:r>
              <a:t>Mode: TRUE FULL SCREEN</a:t>
            </a:r>
          </a:p>
          <a:p/>
          <a:p>
            <a:r>
              <a:t>On screen: CONFIRMED / QUALIFIED / NOT YET VERIFIED</a:t>
            </a:r>
          </a:p>
          <a:p/>
          <a:p>
            <a:r>
              <a:t>Trigger: Now put one of three labels beside the result:</a:t>
            </a:r>
          </a:p>
          <a:p/>
          <a:p>
            <a:r>
              <a:t>Purpose: The heart of the video. Stops uncertainty disappearing when the story gets shortened.</a:t>
            </a:r>
          </a:p>
          <a:p>
            <a:r>
              <a:t>Hold: 11 to 12 seconds. Each definition needs reading.</a:t>
            </a:r>
          </a:p>
          <a:p>
            <a:r>
              <a:t>Exit: Cut back to camera for the attribution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V10_MG06_Name_It_By_The_Problem.png  (MG06)</a:t>
            </a:r>
          </a:p>
          <a:p/>
          <a:p>
            <a:r>
              <a:t>Mode: TRUE FULL SCREEN</a:t>
            </a:r>
          </a:p>
          <a:p/>
          <a:p>
            <a:r>
              <a:t>On screen: PROJECT ALPHA vs CONFLICTING HANDOFF CRITERIA</a:t>
            </a:r>
          </a:p>
          <a:p/>
          <a:p>
            <a:r>
              <a:t>Trigger: “Conflicting handoff criteria” is more useful than “Project Alpha,” especially to somebody outside the company.</a:t>
            </a:r>
          </a:p>
          <a:p/>
          <a:p>
            <a:r>
              <a:t>Purpose: Makes retrievability concrete in one comparison.</a:t>
            </a:r>
          </a:p>
          <a:p>
            <a:r>
              <a:t>Hold: 9 to 10 seconds.</a:t>
            </a:r>
          </a:p>
          <a:p>
            <a:r>
              <a:t>Exit: Cut back to camera for the worked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V10_MG07_Two_Reasons_Evidence_Is_Thin.png  (MG07)</a:t>
            </a:r>
          </a:p>
          <a:p/>
          <a:p>
            <a:r>
              <a:t>Mode: TRUE FULL SCREEN</a:t>
            </a:r>
          </a:p>
          <a:p/>
          <a:p>
            <a:r>
              <a:t>On screen: YOU DID NOT CAPTURE IT: reconstruction / YOU NEVER HAD THE OPPORTUNITY: an honest account</a:t>
            </a:r>
          </a:p>
          <a:p/>
          <a:p>
            <a:r>
              <a:t>Trigger: Do not solve both problems by writing a stronger sentence.</a:t>
            </a:r>
          </a:p>
          <a:p/>
          <a:p>
            <a:r>
              <a:t>Purpose: Keeps the video honest about what a better record cannot fix.</a:t>
            </a:r>
          </a:p>
          <a:p>
            <a:r>
              <a:t>Hold: 9 to 10 seconds.</a:t>
            </a:r>
          </a:p>
          <a:p>
            <a:r>
              <a:t>Exit: Cut back to camera for the already-laid-off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V10_RESOURCE_Keep_The_Proof.png  (RES)</a:t>
            </a:r>
          </a:p>
          <a:p/>
          <a:p>
            <a:r>
              <a:t>Mode: TRUE FULL SCREEN</a:t>
            </a:r>
          </a:p>
          <a:p/>
          <a:p>
            <a:r>
              <a:t>On screen: KEEP THE PROOF / temidayoafonja.com/keep-the-proof</a:t>
            </a:r>
          </a:p>
          <a:p/>
          <a:p>
            <a:r>
              <a:t>Trigger: Keep the Proof is linked below. It gives you the deeper evidence system and reusable ledger.</a:t>
            </a:r>
          </a:p>
          <a:p/>
          <a:p>
            <a:r>
              <a:t>Purpose: The single resource route.</a:t>
            </a:r>
          </a:p>
          <a:p>
            <a:r>
              <a:t>Hold: 8 to 9 seconds.</a:t>
            </a:r>
          </a:p>
          <a:p>
            <a:r>
              <a:t>Exit: Cut back to camera for the two closing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V10_WATCH_NEXT_AI_Can_Do_The_Task.png  (WN)</a:t>
            </a:r>
          </a:p>
          <a:p/>
          <a:p>
            <a:r>
              <a:t>Mode: TRUE FULL SCREEN, FINAL</a:t>
            </a:r>
          </a:p>
          <a:p/>
          <a:p>
            <a:r>
              <a:t>On screen: WATCH NEXT: AI CAN DO THE TASK. WHAT ARE YOU STILL PAID FOR?</a:t>
            </a:r>
          </a:p>
          <a:p/>
          <a:p>
            <a:r>
              <a:t>Trigger: Watch “AI Can Do the Task. What Are You Still Paid For?” next.</a:t>
            </a:r>
          </a:p>
          <a:p/>
          <a:p>
            <a:r>
              <a:t>Purpose: Final visual. Right of frame kept clear for the end-screen element.</a:t>
            </a:r>
          </a:p>
          <a:p>
            <a:r>
              <a:t>Hold: 10 to 14 seconds, through the final spoken line and the closing hold.</a:t>
            </a:r>
          </a:p>
          <a:p>
            <a:r>
              <a:t>Exit: NONE. Final visual. No camera return, no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504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EXPERIENCE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NOT DISAPPEAR.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/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ACCESS TO THE</a:t>
            </a:r>
            <a:br/>
            <a:r>
              <a:rPr sz="3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EVIDENCE DID.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037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PREPARATION IS</a:t>
            </a:r>
            <a:br/>
            <a:r>
              <a:rPr sz="4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NOT EXTRACTION.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4751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No forwarding internal emails, downloading dashboards, copying customer information, or collecting employee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EVIDENCE HABIT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5625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48005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CAPTURE THE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2275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4655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QUALIFY THE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88924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81304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MAKE IT RETRIEVABLE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One | Capture the contribution, not the calendar.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932684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14858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CALENDAR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3753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“Attended weekly implementation meetings.”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2932684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314858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363753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“I identified conflicting completion criteria and helped the teams agree what needed to be true before handoff.”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ILLUSTRATION, NOT A REAL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| QUALIFY THE CLAIM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002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Put one label beside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499360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CONFIRMED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9000" y="2448560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have a permitted basis for the statement.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418332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3367532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result needs its scope attached.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998468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NOT YET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9000" y="3947668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Do not present it as established.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6548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Language that survives the next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| MAKE IT RETRIEVABLE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Name the entry by the problem, not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932684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4858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“PROJECT ALPHA”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3753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Means nothing outside the company.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932684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4858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“CONFLICTING HANDOFF CRITERIA”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999484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Means something to anyone.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7546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Add the period, plain-language tags, and the qualification you need to preserve.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WHEN THE EVIDENCE IS THIN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Two very different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4632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6791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DID NOT CAPTURE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16814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This needs reconstruction.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4632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6791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NEVER HAD 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5300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This needs an honest account of the experience you do and do not have.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50215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solve both by writing a stronger sentence.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KEEP THE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deeper evidence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system and ledger.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You do not need to buy anything to create the first entry.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AI Can Do the Task.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Are You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Still Paid For?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