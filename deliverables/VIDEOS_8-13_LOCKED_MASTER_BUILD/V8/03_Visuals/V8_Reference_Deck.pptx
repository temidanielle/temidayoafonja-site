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V8_MG01_Now_It_Looks_Easy.png  (MG01)</a:t>
            </a:r>
          </a:p>
          <a:p/>
          <a:p>
            <a:r>
              <a:t>Mode: TRUE FULL SCREEN</a:t>
            </a:r>
          </a:p>
          <a:p/>
          <a:p>
            <a:r>
              <a:t>On screen: NOW IT LOOKS EASY. / That is exactly why your contribution can become harder to see.</a:t>
            </a:r>
          </a:p>
          <a:p/>
          <a:p>
            <a:r>
              <a:t>Trigger: And that is exactly why your contribution can become harder to see.</a:t>
            </a:r>
          </a:p>
          <a:p/>
          <a:p>
            <a:r>
              <a:t>Purpose: The thumbnail line and the whole problem, on screen inside the first thirty seconds.</a:t>
            </a:r>
          </a:p>
          <a:p>
            <a:r>
              <a:t>Hold: 6 to 7 seconds. The support line needs a full read.</a:t>
            </a:r>
          </a:p>
          <a:p>
            <a:r>
              <a:t>Exit: Cut back to camera for the review and interview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V8_MG02_Output_Versus_Problem.png  (MG02)</a:t>
            </a:r>
          </a:p>
          <a:p/>
          <a:p>
            <a:r>
              <a:t>Mode: TRUE FULL SCREEN</a:t>
            </a:r>
          </a:p>
          <a:p/>
          <a:p>
            <a:r>
              <a:t>On screen: THE OUTPUT: I built a leadership framework / THE PROBLEM BEHIND IT: how broad expectations become usable in real decisions</a:t>
            </a:r>
          </a:p>
          <a:p/>
          <a:p>
            <a:r>
              <a:t>Trigger: It names an output. It does not tell you why that output was needed or what had to be worked out before it could exist.</a:t>
            </a:r>
          </a:p>
          <a:p/>
          <a:p>
            <a:r>
              <a:t>Purpose: Makes the central distinction concrete using the documented life-sciences account.</a:t>
            </a:r>
          </a:p>
          <a:p>
            <a:r>
              <a:t>Hold: 9 to 10 seconds across both spoken versions.</a:t>
            </a:r>
          </a:p>
          <a:p>
            <a:r>
              <a:t>Exit: Cut back to camera for the self-introduction.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V8_MG03_Reconstruct_The_Before.png  (MG03)</a:t>
            </a:r>
          </a:p>
          <a:p/>
          <a:p>
            <a:r>
              <a:t>Mode: TRUE FULL SCREEN</a:t>
            </a:r>
          </a:p>
          <a:p/>
          <a:p>
            <a:r>
              <a:t>On screen: THE WEAK VERSION: It was chaos / THE MORE USEFUL VERSION: there was no shared way to prioritize requests</a:t>
            </a:r>
          </a:p>
          <a:p/>
          <a:p>
            <a:r>
              <a:t>Trigger: The weak version is:</a:t>
            </a:r>
          </a:p>
          <a:p/>
          <a:p>
            <a:r>
              <a:t>Purpose: The first framework step, shown as the comparison the script performs out loud.</a:t>
            </a:r>
          </a:p>
          <a:p>
            <a:r>
              <a:t>Hold: 10 to 11 seconds. The right column is a long sentence and needs the time.</a:t>
            </a:r>
          </a:p>
          <a:p>
            <a:r>
              <a:t>Exit: Cut back to camera for the sentence 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V8_MG04_Show_The_Judgment.png  (MG04)</a:t>
            </a:r>
          </a:p>
          <a:p/>
          <a:p>
            <a:r>
              <a:t>Mode: TRUE FULL SCREEN</a:t>
            </a:r>
          </a:p>
          <a:p/>
          <a:p>
            <a:r>
              <a:t>On screen: What was not obvious at the start? / What options existed? / What did I recommend, decide, or bring into agreement? / Which constraint made that choice difficult?</a:t>
            </a:r>
          </a:p>
          <a:p/>
          <a:p>
            <a:r>
              <a:t>Trigger: So ask:</a:t>
            </a:r>
          </a:p>
          <a:p/>
          <a:p>
            <a:r>
              <a:t>Purpose: The four questions that surface judgment. The viewer will screenshot this.</a:t>
            </a:r>
          </a:p>
          <a:p>
            <a:r>
              <a:t>Hold: 10 to 12 seconds. The longest hold in the video.</a:t>
            </a:r>
          </a:p>
          <a:p>
            <a:r>
              <a:t>Exit: Cut back to camera for the attribution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V8_MG05_Existence_Use_Effect.png  (MG05)</a:t>
            </a:r>
          </a:p>
          <a:p/>
          <a:p>
            <a:r>
              <a:t>Mode: TRUE FULL SCREEN</a:t>
            </a:r>
          </a:p>
          <a:p/>
          <a:p>
            <a:r>
              <a:t>On screen: EXISTENCE: it was created / USE: people actually used it / EFFECT: evidence that something important changed</a:t>
            </a:r>
          </a:p>
          <a:p/>
          <a:p>
            <a:r>
              <a:t>Trigger: They are not interchangeable.</a:t>
            </a:r>
          </a:p>
          <a:p/>
          <a:p>
            <a:r>
              <a:t>Purpose: The distinction that keeps the whole video honest.</a:t>
            </a:r>
          </a:p>
          <a:p>
            <a:r>
              <a:t>Hold: 11 to 12 seconds. Each level needs its definition read.</a:t>
            </a:r>
          </a:p>
          <a:p>
            <a:r>
              <a:t>Exit: Cut back to camera for the prevention-work passage.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V8_MG06_Four_Sentences.png  (MG06)</a:t>
            </a:r>
          </a:p>
          <a:p/>
          <a:p>
            <a:r>
              <a:t>Mode: TRUE FULL SCREEN</a:t>
            </a:r>
          </a:p>
          <a:p/>
          <a:p>
            <a:r>
              <a:t>On screen: Before this work, this was missing. / My part was this. / The judgment involved this. / What changed was this, and this is how I know.</a:t>
            </a:r>
          </a:p>
          <a:p/>
          <a:p>
            <a:r>
              <a:t>Trigger: Now put it together:</a:t>
            </a:r>
          </a:p>
          <a:p/>
          <a:p>
            <a:r>
              <a:t>Purpose: The deliverable of the whole video, in four lines the viewer can copy.</a:t>
            </a:r>
          </a:p>
          <a:p>
            <a:r>
              <a:t>Hold: 11 to 13 seconds. This is the screenshot frame.</a:t>
            </a:r>
          </a:p>
          <a:p>
            <a:r>
              <a:t>Exit: Cut back to camera for the worked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V8_MG07_Where_The_Evidence_Ends.png  (MG07)</a:t>
            </a:r>
          </a:p>
          <a:p/>
          <a:p>
            <a:r>
              <a:t>Mode: TRUE FULL SCREEN</a:t>
            </a:r>
          </a:p>
          <a:p/>
          <a:p>
            <a:r>
              <a:t>On screen: Its effect on turnaround time had not yet been established / That last sentence does not weaken the story</a:t>
            </a:r>
          </a:p>
          <a:p/>
          <a:p>
            <a:r>
              <a:t>Trigger: That last sentence does not weaken the story. It tells the listener exactly where the evidence ends.</a:t>
            </a:r>
          </a:p>
          <a:p/>
          <a:p>
            <a:r>
              <a:t>Purpose: Removes the fear that an honest boundary is a weak boundary.</a:t>
            </a:r>
          </a:p>
          <a:p>
            <a:r>
              <a:t>Hold: 8 to 9 seconds.</a:t>
            </a:r>
          </a:p>
          <a:p>
            <a:r>
              <a:t>Exit: Cut back to camera for the strip-the-acronyms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V8_RESOURCE_Keep_The_Proof.png  (RES)</a:t>
            </a:r>
          </a:p>
          <a:p/>
          <a:p>
            <a:r>
              <a:t>Mode: TRUE FULL SCREEN</a:t>
            </a:r>
          </a:p>
          <a:p/>
          <a:p>
            <a:r>
              <a:t>On screen: KEEP THE PROOF / temidayoafonja.com/keep-the-proof</a:t>
            </a:r>
          </a:p>
          <a:p/>
          <a:p>
            <a:r>
              <a:t>Trigger: Keep the Proof is linked below if you want the deeper evidence system and reusable ledger.</a:t>
            </a:r>
          </a:p>
          <a:p/>
          <a:p>
            <a:r>
              <a:t>Purpose: The single resource route, full screen, address readable on a phone.</a:t>
            </a:r>
          </a:p>
          <a:p>
            <a:r>
              <a:t>Hold: 8 to 9 seconds.</a:t>
            </a:r>
          </a:p>
          <a:p>
            <a:r>
              <a:t>Exit: Cut back to camera for the two closing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V8_WATCH_NEXT_Change_Industries.png  (WN)</a:t>
            </a:r>
          </a:p>
          <a:p/>
          <a:p>
            <a:r>
              <a:t>Mode: TRUE FULL SCREEN, FINAL</a:t>
            </a:r>
          </a:p>
          <a:p/>
          <a:p>
            <a:r>
              <a:t>On screen: WATCH NEXT: HOW TO CHANGE INDUSTRIES WITHOUT STARTING OVER</a:t>
            </a:r>
          </a:p>
          <a:p/>
          <a:p>
            <a:r>
              <a:t>Trigger: Watch “How to Change Industries Without Starting Over” next.</a:t>
            </a:r>
          </a:p>
          <a:p/>
          <a:p>
            <a:r>
              <a:t>Purpose: Final visual. Right of frame kept clear for the clickable end-screen element.</a:t>
            </a:r>
          </a:p>
          <a:p>
            <a:r>
              <a:t>Hold: 10 to 14 seconds, through the final spoken line and the intentional closing hold.</a:t>
            </a:r>
          </a:p>
          <a:p>
            <a:r>
              <a:t>Exit: NONE. This is the final visual. No camera return, no outro, nothing after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98158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NOW IT</a:t>
            </a:r>
            <a:br/>
            <a:r>
              <a:rPr sz="56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LOOKS EASY.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86676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is exactly why your contribution can become harder to see.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60921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An output names a thing. It does not name the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9544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703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592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“I built a leadership framework.”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954401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7030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PROBLEM BEHIND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592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How broad expectations become usable in real decisions.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77634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Same work. Only one of these can be understood by a stranger.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Reconstruct the before.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4632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6791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WEAK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16814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“It was chaos.”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2463292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0" y="26791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MORE USEFUL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3530092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“There was no shared way to prioritize requests or decide when they needed escalation.”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50215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Do not invent a number you never measured.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952500"/>
            <a:ext cx="10160000" cy="38735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1100" y="1041400"/>
            <a:ext cx="9829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 i="0" spc="15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ILLUSTRATION, NOT A REAL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| SHOW THE JUDGMENT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93696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317496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was not obvious at the start?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74848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898648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options existed?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I recommend, decide, or bring into agreement?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37152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4060952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Which constraint made that choice difficult?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| KEEP THE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5875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Three levels. Not interchangeable.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386584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EXISTENCE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9000" y="2335784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was created.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025648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9000" y="2974848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People actually used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3664712"/>
            <a:ext cx="3302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EFFECT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9000" y="3613912"/>
            <a:ext cx="647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7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Evidence that something important changed.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77774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Choose the strongest level your evidence actually supports.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ASSEMBLE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368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2606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Before this work, this was missing.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9464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8702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My part was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560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798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The judgment involved this.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65600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4089400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changed was this, and this is how I know.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WORKED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2879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“ITS EFFECT HAD NOT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YET BEEN ESTABLISHED.”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58813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That last sentence does not weaken the story. It tells the listener exactly where the evidence ends.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KEEP THE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The deeper evidence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system and ledger.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four-sentence account from this video stands on its 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temidayoafonja.com/keep-the-proof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2458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626868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957068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to Change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Industries Without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Starting 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