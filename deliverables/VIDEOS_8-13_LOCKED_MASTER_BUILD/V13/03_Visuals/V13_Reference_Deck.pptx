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V13_MG01_Activity_Is_Not_A_Decision.png  (MG01)</a:t>
            </a:r>
          </a:p>
          <a:p/>
          <a:p>
            <a:r>
              <a:t>Mode: TRUE FULL SCREEN</a:t>
            </a:r>
          </a:p>
          <a:p/>
          <a:p>
            <a:r>
              <a:t>On screen: CAREER ACTIVITY CAN MAKE YOU FEEL PRODUCTIVE WITHOUT ANSWERING THE DECISION</a:t>
            </a:r>
          </a:p>
          <a:p/>
          <a:p>
            <a:r>
              <a:t>Trigger: It can make you feel productive without answering the decision.</a:t>
            </a:r>
          </a:p>
          <a:p/>
          <a:p>
            <a:r>
              <a:t>Purpose: Names the problem the plan solves, in the hook.</a:t>
            </a:r>
          </a:p>
          <a:p>
            <a:r>
              <a:t>Hold: 7 to 8 seconds.</a:t>
            </a:r>
          </a:p>
          <a:p>
            <a:r>
              <a:t>Exit: Cut back to camera for the thirty-day proposal.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V13_MG02_Define_Investigate_Try_Decide.png  (MG02)</a:t>
            </a:r>
          </a:p>
          <a:p/>
          <a:p>
            <a:r>
              <a:t>Mode: TRUE FULL SCREEN</a:t>
            </a:r>
          </a:p>
          <a:p/>
          <a:p>
            <a:r>
              <a:t>On screen: DEFINE / INVESTIGATE / TRY / DECIDE</a:t>
            </a:r>
          </a:p>
          <a:p/>
          <a:p>
            <a:r>
              <a:t>Trigger: The plan is simple:</a:t>
            </a:r>
          </a:p>
          <a:p/>
          <a:p>
            <a:r>
              <a:t>Purpose: The hero framework. Returns briefly at each weekly phase.</a:t>
            </a:r>
          </a:p>
          <a:p>
            <a:r>
              <a:t>Hold: 10 to 11 seconds first time, 3 seconds on each return.</a:t>
            </a:r>
          </a:p>
          <a:p>
            <a:r>
              <a:t>Exit: Cut back to camera for the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V13_MG03_One_Destination_One_Hypothesis.png  (MG03)</a:t>
            </a:r>
          </a:p>
          <a:p/>
          <a:p>
            <a:r>
              <a:t>Mode: TRUE FULL SCREEN</a:t>
            </a:r>
          </a:p>
          <a:p/>
          <a:p>
            <a:r>
              <a:t>On screen: TOO VAGUE: something strategic / TESTABLE: an internal operations-improvement role</a:t>
            </a:r>
          </a:p>
          <a:p/>
          <a:p>
            <a:r>
              <a:t>Trigger: “Something strategic” is too vague.</a:t>
            </a:r>
          </a:p>
          <a:p/>
          <a:p>
            <a:r>
              <a:t>Purpose: Turns a vague ambition into something a month can actually test.</a:t>
            </a:r>
          </a:p>
          <a:p>
            <a:r>
              <a:t>Hold: 11 to 12 seconds. The right column is long and the whole point is that it is specific, so it gets the time rather than a smaller size.</a:t>
            </a:r>
          </a:p>
          <a:p>
            <a:r>
              <a:t>Exit: Cut back to camera for the self-introduction.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V13_MG04_Days_1_7_Define.png  (MG04)</a:t>
            </a:r>
          </a:p>
          <a:p/>
          <a:p>
            <a:r>
              <a:t>Mode: TRUE FULL SCREEN</a:t>
            </a:r>
          </a:p>
          <a:p/>
          <a:p>
            <a:r>
              <a:t>On screen: What does the role need? / What evidence do I have? / What context would be new? / What still needs verification?</a:t>
            </a:r>
          </a:p>
          <a:p/>
          <a:p>
            <a:r>
              <a:t>Trigger: Build a simple map:</a:t>
            </a:r>
          </a:p>
          <a:p/>
          <a:p>
            <a:r>
              <a:t>Purpose: The first week, as four questions rather than a reading list.</a:t>
            </a:r>
          </a:p>
          <a:p>
            <a:r>
              <a:t>Hold: 10 to 11 seconds.</a:t>
            </a:r>
          </a:p>
          <a:p>
            <a:r>
              <a:t>Exit: Cut back to camera for the do-not-buy-a-qualification warning.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V13_MG05_Days_8_14_Investigate.png  (MG05)</a:t>
            </a:r>
          </a:p>
          <a:p/>
          <a:p>
            <a:r>
              <a:t>Mode: TRUE FULL SCREEN</a:t>
            </a:r>
          </a:p>
          <a:p/>
          <a:p>
            <a:r>
              <a:t>On screen: What is a difficult ordinary week? / Where do adjacent backgrounds need support? / Which decisions distinguish someone who is ready?</a:t>
            </a:r>
          </a:p>
          <a:p/>
          <a:p>
            <a:r>
              <a:t>Trigger: Ask about the work.</a:t>
            </a:r>
          </a:p>
          <a:p/>
          <a:p>
            <a:r>
              <a:t>Purpose: Replaces asking for reassurance with asking about the work.</a:t>
            </a:r>
          </a:p>
          <a:p>
            <a:r>
              <a:t>Hold: 11 to 12 seconds. Three long questions.</a:t>
            </a:r>
          </a:p>
          <a:p>
            <a:r>
              <a:t>Exit: Cut back to camera for the nobody-owes-you-access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V13_MG06_Days_15_21_Work_Sample.png  (MG06)</a:t>
            </a:r>
          </a:p>
          <a:p/>
          <a:p>
            <a:r>
              <a:t>Mode: TRUE FULL SCREEN</a:t>
            </a:r>
          </a:p>
          <a:p/>
          <a:p>
            <a:r>
              <a:t>On screen: TRY ONE BOUNDED PIECE / a work sample, not professional experience</a:t>
            </a:r>
          </a:p>
          <a:p/>
          <a:p>
            <a:r>
              <a:t>Trigger: Use public, synthetic, or otherwise permitted material.</a:t>
            </a:r>
          </a:p>
          <a:p/>
          <a:p>
            <a:r>
              <a:t>Purpose: The third week, with the boundary attached to the same frame rather than left to a footnote.</a:t>
            </a:r>
          </a:p>
          <a:p>
            <a:r>
              <a:t>Hold: 9 to 10 seconds.</a:t>
            </a:r>
          </a:p>
          <a:p>
            <a:r>
              <a:t>Exit: Cut back to camera for the one-page recommendation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V13_MG07_Continue_Modify_Stop.png  (MG07)</a:t>
            </a:r>
          </a:p>
          <a:p/>
          <a:p>
            <a:r>
              <a:t>Mode: TRUE FULL SCREEN</a:t>
            </a:r>
          </a:p>
          <a:p/>
          <a:p>
            <a:r>
              <a:t>On screen: CONTINUE / MODIFY / STOP / and if the evidence is not enough, inconclusive</a:t>
            </a:r>
          </a:p>
          <a:p/>
          <a:p>
            <a:r>
              <a:t>Trigger: Then choose one of three decisions:</a:t>
            </a:r>
          </a:p>
          <a:p/>
          <a:p>
            <a:r>
              <a:t>Purpose: The decision payoff, with inconclusive kept on the frame so it stays a real option.</a:t>
            </a:r>
          </a:p>
          <a:p>
            <a:r>
              <a:t>Hold: 12 to 13 seconds.</a:t>
            </a:r>
          </a:p>
          <a:p>
            <a:r>
              <a:t>Exit: Cut back to camera for the illustration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V13_RESOURCE_Field_Kit.png  (RES)</a:t>
            </a:r>
          </a:p>
          <a:p/>
          <a:p>
            <a:r>
              <a:t>Mode: TRUE FULL SCREEN</a:t>
            </a:r>
          </a:p>
          <a:p/>
          <a:p>
            <a:r>
              <a:t>On screen: CAPABILITY FORMATION FIELD KIT / temidayoafonja.com/fieldkit</a:t>
            </a:r>
          </a:p>
          <a:p/>
          <a:p>
            <a:r>
              <a:t>Trigger: The Capability Formation Field Kit is linked below for a broader evidence-led read of your current position.</a:t>
            </a:r>
          </a:p>
          <a:p/>
          <a:p>
            <a:r>
              <a:t>Purpose: The single resource route.</a:t>
            </a:r>
          </a:p>
          <a:p>
            <a:r>
              <a:t>Hold: 8 to 9 seconds.</a:t>
            </a:r>
          </a:p>
          <a:p>
            <a:r>
              <a:t>Exit: Cut back to camera for the two closing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V13_WATCH_NEXT_Change_Industries.png  (WN)</a:t>
            </a:r>
          </a:p>
          <a:p/>
          <a:p>
            <a:r>
              <a:t>Mode: TRUE FULL SCREEN, FINAL</a:t>
            </a:r>
          </a:p>
          <a:p/>
          <a:p>
            <a:r>
              <a:t>On screen: WATCH NEXT: HOW TO CHANGE INDUSTRIES WITHOUT STARTING OVER</a:t>
            </a:r>
          </a:p>
          <a:p/>
          <a:p>
            <a:r>
              <a:t>Trigger: For a closer look at separating useful experience from unfamiliar context and actual requirements, watch “How to Change Industries Without Starting Over” next.</a:t>
            </a:r>
          </a:p>
          <a:p/>
          <a:p>
            <a:r>
              <a:t>Purpose: Final visual. Closes the batch loop back to V9.</a:t>
            </a:r>
          </a:p>
          <a:p>
            <a:r>
              <a:t>Hold: 10 to 14 seconds, through the final spoken line and the closing hold.</a:t>
            </a:r>
          </a:p>
          <a:p>
            <a:r>
              <a:t>Exit: NONE. Final visual. No camera return, no outro.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47091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CAREER ACTIVITY CAN</a:t>
            </a:r>
            <a:br/>
            <a:r>
              <a:rPr sz="3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MAKE YOU FEEL PRODUCTIVE</a:t>
            </a:r>
            <a:br/>
            <a:r>
              <a:rPr sz="3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WITHOUT ANSWERING</a:t>
            </a:r>
            <a:br/>
            <a:r>
              <a:rPr sz="3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THE DECISION.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705229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1629029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DEFINE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442845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2366645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INVESTIGATE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180461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104261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918077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4200" y="3841877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DECIDE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4719193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And “not this option” is allowed to be a good result.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626489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Choose a destination specific enough to test.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502281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71818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TOO VAGUE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20713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“Something strategic.”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2502281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0000" y="271818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TESTABLE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0" y="320713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“An internal operations-improvement role that uses my cross-team problem solving and keeps predictable hours.”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952500"/>
            <a:ext cx="10160000" cy="38735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1100" y="1041400"/>
            <a:ext cx="9829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 spc="15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ILLUSTRATION, NOT A REAL CASE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DAYS 1 TO 7 | DEFINE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65248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2289048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does the role need?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960624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2884424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evidence do I already have?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556000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479800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context would be new?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151376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4200" y="4075176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requirement still needs verification?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DAYS 8 TO 14 | INVESTIGATE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577592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2501392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“What is a difficult ordinary week in this role?”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130296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3054096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“Where do people with an adjacent background tend to need support?”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981704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905504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“Which decisions distinguish someone who is ready?”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20370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TRY ONE</a:t>
            </a:r>
            <a:br/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BOUNDED PIECE.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374751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Public, synthetic, or otherwise permitted material. Set a time limit before you begin.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6000" y="952500"/>
            <a:ext cx="10160000" cy="38735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1100" y="1041400"/>
            <a:ext cx="9829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 spc="15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 WORK SAMPLE, NOT PROFESSIONAL EXPERIENCE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DAYS 22 TO 30 | DECIDE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5875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Choose one of three.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386584"/>
            <a:ext cx="3302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CONTINUE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9000" y="2335784"/>
            <a:ext cx="6477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2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Now supported by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951988"/>
            <a:ext cx="3302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MODIFY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9000" y="2901188"/>
            <a:ext cx="6477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2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An adjacent role, a different setting, more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3841496"/>
            <a:ext cx="3302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9000" y="3790696"/>
            <a:ext cx="6477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2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investigation gave you a reason not to keep investing here right now.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80720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And if the evidence is not enough, call it inconclusive.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0360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CAPABILITY FORMATION FIELD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551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An evidence-led read</a:t>
            </a:r>
            <a:br/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of your current position.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91668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Not a thirty-day placement program.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633976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9387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temidayoafonja.com/fieldkit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24586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626868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95706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How to Change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Industries Without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Starting 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