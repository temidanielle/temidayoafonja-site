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V9_MG01_Direct_Industry_Experience.png  (MG01)</a:t>
            </a:r>
          </a:p>
          <a:p/>
          <a:p>
            <a:r>
              <a:t>Mode: TRUE FULL SCREEN</a:t>
            </a:r>
          </a:p>
          <a:p/>
          <a:p>
            <a:r>
              <a:t>On screen: DIRECT INDUSTRY EXPERIENCE REQUIRED</a:t>
            </a:r>
          </a:p>
          <a:p/>
          <a:p>
            <a:r>
              <a:t>Trigger: “Direct industry experience required.”</a:t>
            </a:r>
          </a:p>
          <a:p/>
          <a:p>
            <a:r>
              <a:t>Purpose: Puts the exact sentence from the job description on screen, which is the tension the whole video answers.</a:t>
            </a:r>
          </a:p>
          <a:p>
            <a:r>
              <a:t>Hold: 6 to 7 seconds.</a:t>
            </a:r>
          </a:p>
          <a:p>
            <a:r>
              <a:t>Exit: Cut back to camera for the two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V9_MG02_Two_Mistakes.png  (MG02)</a:t>
            </a:r>
          </a:p>
          <a:p/>
          <a:p>
            <a:r>
              <a:t>Mode: TRUE FULL SCREEN</a:t>
            </a:r>
          </a:p>
          <a:p/>
          <a:p>
            <a:r>
              <a:t>On screen: I can already do all of this / None of my experience counts here</a:t>
            </a:r>
          </a:p>
          <a:p/>
          <a:p>
            <a:r>
              <a:t>Trigger: So do not make either mistake.</a:t>
            </a:r>
          </a:p>
          <a:p/>
          <a:p>
            <a:r>
              <a:t>Purpose: Names both failure modes before the framework, so the framework arrives as the alternative.</a:t>
            </a:r>
          </a:p>
          <a:p>
            <a:r>
              <a:t>Hold: 9 to 10 seconds.</a:t>
            </a:r>
          </a:p>
          <a:p>
            <a:r>
              <a:t>Exit: Cut back to camera for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V9_MG03_Capability_Context_Credentials.png  (MG03)</a:t>
            </a:r>
          </a:p>
          <a:p/>
          <a:p>
            <a:r>
              <a:t>Mode: TRUE FULL SCREEN</a:t>
            </a:r>
          </a:p>
          <a:p/>
          <a:p>
            <a:r>
              <a:t>On screen: CAPABILITY / CONTEXT / CREDENTIALS</a:t>
            </a:r>
          </a:p>
          <a:p/>
          <a:p>
            <a:r>
              <a:t>Trigger: Capability. Context. Credentials.</a:t>
            </a:r>
          </a:p>
          <a:p/>
          <a:p>
            <a:r>
              <a:t>Purpose: The hero framework. Returns briefly at each section change.</a:t>
            </a:r>
          </a:p>
          <a:p>
            <a:r>
              <a:t>Hold: 9 to 11 seconds first time, 3 seconds on each return.</a:t>
            </a:r>
          </a:p>
          <a:p>
            <a:r>
              <a:t>Exit: Cut back to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V9_MG04_Same_Verb_Different_Work.png  (MG04)</a:t>
            </a:r>
          </a:p>
          <a:p/>
          <a:p>
            <a:r>
              <a:t>Mode: TRUE FULL SCREEN</a:t>
            </a:r>
          </a:p>
          <a:p/>
          <a:p>
            <a:r>
              <a:t>On screen: APPROVE: checking a routine item / APPROVE: accepting a consequential risk</a:t>
            </a:r>
          </a:p>
          <a:p/>
          <a:p>
            <a:r>
              <a:t>Trigger: “Approve” can mean checking a routine item in one role and accepting a consequential risk in another.</a:t>
            </a:r>
          </a:p>
          <a:p/>
          <a:p>
            <a:r>
              <a:t>Purpose: Stops the viewer from claiming equivalence off a shared verb.</a:t>
            </a:r>
          </a:p>
          <a:p>
            <a:r>
              <a:t>Hold: 9 to 10 seconds.</a:t>
            </a:r>
          </a:p>
          <a:p>
            <a:r>
              <a:t>Exit: Cut back to camera for the capability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V9_MG05_What_Changes_With_The_Setting.png  (MG05)</a:t>
            </a:r>
          </a:p>
          <a:p/>
          <a:p>
            <a:r>
              <a:t>Mode: TRUE FULL SCREEN</a:t>
            </a:r>
          </a:p>
          <a:p/>
          <a:p>
            <a:r>
              <a:t>On screen: Customer or user / Operating model / Standards and approval routes / Stakeholders / Relationships / Consequences of error</a:t>
            </a:r>
          </a:p>
          <a:p/>
          <a:p>
            <a:r>
              <a:t>Trigger: Look at the unfamiliar elements:</a:t>
            </a:r>
          </a:p>
          <a:p/>
          <a:p>
            <a:r>
              <a:t>Purpose: Makes context concrete instead of a vague word.</a:t>
            </a:r>
          </a:p>
          <a:p>
            <a:r>
              <a:t>Hold: 10 to 11 seconds. Six items need real reading time.</a:t>
            </a:r>
          </a:p>
          <a:p>
            <a:r>
              <a:t>Exit: Cut back to camera for the better question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V9_MG06_Confirmed_Preferred_Unclear.png  (MG06)</a:t>
            </a:r>
          </a:p>
          <a:p/>
          <a:p>
            <a:r>
              <a:t>Mode: TRUE FULL SCREEN</a:t>
            </a:r>
          </a:p>
          <a:p/>
          <a:p>
            <a:r>
              <a:t>On screen: CONFIRMED REQUIREMENT / PREFERRED QUALIFICATION / STILL UNCLEAR</a:t>
            </a:r>
          </a:p>
          <a:p/>
          <a:p>
            <a:r>
              <a:t>Trigger: Write down:</a:t>
            </a:r>
          </a:p>
          <a:p/>
          <a:p>
            <a:r>
              <a:t>Purpose: Turns a vague credential worry into three sortable buckets.</a:t>
            </a:r>
          </a:p>
          <a:p>
            <a:r>
              <a:t>Hold: 10 to 11 seconds.</a:t>
            </a:r>
          </a:p>
          <a:p>
            <a:r>
              <a:t>Exit: Cut back to camera for the defensible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V9_MG07_A_Defensible_Introduction.png  (MG07)</a:t>
            </a:r>
          </a:p>
          <a:p/>
          <a:p>
            <a:r>
              <a:t>Mode: TRUE FULL SCREEN</a:t>
            </a:r>
          </a:p>
          <a:p/>
          <a:p>
            <a:r>
              <a:t>On screen: RELEVANT EVIDENCE / NAMED LEARNING / VERIFIED REQUIREMENTS</a:t>
            </a:r>
          </a:p>
          <a:p/>
          <a:p>
            <a:r>
              <a:t>Trigger: It shows the shape of the decision:</a:t>
            </a:r>
          </a:p>
          <a:p/>
          <a:p>
            <a:r>
              <a:t>Purpose: The deliverable. What a careful introduction contains.</a:t>
            </a:r>
          </a:p>
          <a:p>
            <a:r>
              <a:t>Hold: 9 to 10 seconds.</a:t>
            </a:r>
          </a:p>
          <a:p>
            <a:r>
              <a:t>Exit: Cut back to camera for the tradeoff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V9_RESOURCE_Field_Kit.png  (RES)</a:t>
            </a:r>
          </a:p>
          <a:p/>
          <a:p>
            <a:r>
              <a:t>Mode: TRUE FULL SCREEN</a:t>
            </a:r>
          </a:p>
          <a:p/>
          <a:p>
            <a:r>
              <a:t>On screen: CAPABILITY FORMATION FIELD KIT / temidayoafonja.com/fieldkit</a:t>
            </a:r>
          </a:p>
          <a:p/>
          <a:p>
            <a:r>
              <a:t>Trigger: The Capability Formation Field Kit is linked below for a broader evidence-led read of what your current work is building and what you may be able to carry.</a:t>
            </a:r>
          </a:p>
          <a:p/>
          <a:p>
            <a:r>
              <a:t>Purpose: The single resource route.</a:t>
            </a:r>
          </a:p>
          <a:p>
            <a:r>
              <a:t>Hold: 8 to 9 seconds.</a:t>
            </a:r>
          </a:p>
          <a:p>
            <a:r>
              <a:t>Exit: Cut back to camera for the Watch Next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V9_WATCH_NEXT_Before_A_Layoff.png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BEFORE A LAYOFF, KNOW WHAT YOU CAN STILL PROVE</a:t>
            </a:r>
          </a:p>
          <a:p/>
          <a:p>
            <a:r>
              <a:t>Trigger: Watch “Before a Layoff, Know What You Can Still Prove” next.</a:t>
            </a:r>
          </a:p>
          <a:p/>
          <a:p>
            <a:r>
              <a:t>Purpose: Final visual. Right of frame kept clear for the end-screen element.</a:t>
            </a:r>
          </a:p>
          <a:p>
            <a:r>
              <a:t>Hold: 10 to 14 seconds, through the final spoken line and the closing hold.</a:t>
            </a:r>
          </a:p>
          <a:p>
            <a:r>
              <a:t>Exit: NONE. Final visual. No camera return, no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6941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“DIRECT INDUSTRY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EXPERIENCE REQUIRED.”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7132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One sentence that can make a very experienced person feel like a beginner again.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MAKE EITHER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1292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Both of these erase something true.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1716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3306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“I CAN ALREADY DO ALL OF THIS.”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81292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Erases the unfamiliar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71716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93306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“NONE OF MY EXPERIENCE COUNTS HERE.”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81292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Erases the work you can prove.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7263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Separate three things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THREE-PART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8869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1249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8320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0700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7771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50151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357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can you prove? What changes here? What is actually a gate?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9219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same verb does not prove the same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9942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2101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“APPROVE” IN ONE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136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Checking a routine item.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9942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32101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“APPROVE” IN ANOTHER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7136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Accepting a consequential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4733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Compare the scale, the consequences of being wrong, and the support around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ILLUSTRATION, NOT A REAL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|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272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6510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Customer or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368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2606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9464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28702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Standards and approval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1656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200" y="40894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7752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4200" y="46990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Consequences of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|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8130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Write down which one it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580386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9000" y="2529586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219450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3168650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qualification they would 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858514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STILL UNCLEAR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3807714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Something you have assumed.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7377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 do not argue a closed requirement open with better wording.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SHAPE OF 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804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184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RELEVANT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98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5678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NAMED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2793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5173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VERIFIED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863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a script to memorize.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 evidence-led read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of what your work is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does not certify that an employer will accept your background.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a Layoff,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Know What You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Still 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