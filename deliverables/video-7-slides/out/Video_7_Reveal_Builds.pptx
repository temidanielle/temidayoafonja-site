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WERE NOT</a:t>
            </a:r>
            <a:br/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IMPROVING SOMETHING.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WERE NOT</a:t>
            </a:r>
            <a:br/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IMPROVING SOMETHING.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 WERE THE BEFORE.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HAS NO PRIOR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instrument that would have recorded it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did not exist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DOCUMENT THE ABSENCE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WALKED INTO.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DOCUMENT THE ABSENCE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WALKED INTO.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the state of the world when you arrived.</a:t>
            </a:r>
          </a:p>
          <a:p>
            <a:pPr algn="l">
              <a:lnSpc>
                <a:spcPct val="134000"/>
              </a:lnSpc>
              <a:spcBef>
                <a:spcPts val="700"/>
              </a:spcBef>
            </a:pPr>
            <a:r>
              <a:rPr sz="21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What was missing from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DID NOT EXIST?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shared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baseline anyone trusted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DID NOT EXIST?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shared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baseline anyone trusted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decision process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relationships across functions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standard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repeatable 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7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different now—and how someone else could tell.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A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NONLINEAR CAREER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LOOKING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UNFOCUSED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