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INFRASTRUCTURE</a:t>
            </a:r>
            <a:br/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WAS STILL MATURING.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HAS NO PRIOR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instrument that would have recorded it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 not exist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 before the work?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Performance rhythms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Onboarding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Cross-functional integration / governance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YOUR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