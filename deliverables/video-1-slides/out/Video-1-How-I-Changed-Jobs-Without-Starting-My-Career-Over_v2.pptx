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redesign my team and I led. The number becomes useful because I</a:t>
            </a:r>
          </a:p>
          <a:p>
            <a:r>
              <a:t>can explain what it measured, what changed and what I 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workforce strategy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0500" y="5473700"/>
            <a:ext cx="9080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7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</a:t>
            </a:r>
          </a:p>
        </p:txBody>
      </p:sp>
      <p:sp>
        <p:nvSpPr>
          <p:cNvPr id="11" name="Oval 10"/>
          <p:cNvSpPr/>
          <p:nvPr/>
        </p:nvSpPr>
        <p:spPr>
          <a:xfrm>
            <a:off x="32131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76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CONSULTING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37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LIFE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SCIENCES</a:t>
            </a:r>
          </a:p>
        </p:txBody>
      </p:sp>
      <p:sp>
        <p:nvSpPr>
          <p:cNvPr id="15" name="Oval 14"/>
          <p:cNvSpPr/>
          <p:nvPr/>
        </p:nvSpPr>
        <p:spPr>
          <a:xfrm>
            <a:off x="68453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TECHNOLOGY</a:t>
            </a:r>
          </a:p>
        </p:txBody>
      </p:sp>
      <p:sp>
        <p:nvSpPr>
          <p:cNvPr id="17" name="Oval 16"/>
          <p:cNvSpPr/>
          <p:nvPr/>
        </p:nvSpPr>
        <p:spPr>
          <a:xfrm>
            <a:off x="86614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59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STRATEGY</a:t>
            </a:r>
          </a:p>
        </p:txBody>
      </p:sp>
      <p:sp>
        <p:nvSpPr>
          <p:cNvPr id="19" name="Oval 18"/>
          <p:cNvSpPr/>
          <p:nvPr/>
        </p:nvSpPr>
        <p:spPr>
          <a:xfrm>
            <a:off x="104330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0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  <a:br/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Portable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