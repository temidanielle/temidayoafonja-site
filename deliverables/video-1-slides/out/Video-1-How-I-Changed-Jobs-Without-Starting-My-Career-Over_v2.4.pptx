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0:33 to 1:09.</a:t>
            </a:r>
          </a:p>
          <a:p>
            <a:r>
              <a:t>Do NOT open on this slide. Begin full-screen on Temidayo and let the whole opening land: the hook, the correction, her roughly eighteen years across very different functions and industries, and the three-practice promise.</a:t>
            </a:r>
          </a:p>
          <a:p>
            <a:r>
              <a:t>Bring the title up under the channel line, then the promise boundary: "And I want to be clear with you about the promise. Not everything transfers."</a:t>
            </a:r>
          </a:p>
          <a:p>
            <a:r>
              <a:t>The on-screen deck title and the public YouTube title differ intentionally. Do not change the title slide to match the public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1:09.</a:t>
            </a:r>
          </a:p>
          <a:p>
            <a:r>
              <a:t>The chronology lives on the slide. Temidayo deliberately does not walk through every title: "The slide shows the broad chapters of my career, so I am not going to walk you through every title."</a:t>
            </a:r>
          </a:p>
          <a:p>
            <a:r>
              <a:t>The December 2008 accounting degree and the financial crisis stay exactly as spoken. No employer named, no further detail.</a:t>
            </a:r>
          </a:p>
          <a:p>
            <a:r>
              <a:t>The turn is "I did not carry every task forward. I carried forms of judgment." Let it sit, then the viewer hand-off: "That is the question I want to help you answer, and three practices got me there."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2:15, holding to about 2:19.</a:t>
            </a:r>
          </a:p>
          <a:p>
            <a:r>
              <a:t>Section card. Hold briefly, then return to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2:19.</a:t>
            </a:r>
          </a:p>
          <a:p>
            <a:r>
              <a:t>Reveal the three questions as they are asked.</a:t>
            </a:r>
          </a:p>
          <a:p>
            <a:r>
              <a:t>Note the v4.0 framing: "The questions on screen are the ones I use, and I want you to use them too." Keep her on camera for it.</a:t>
            </a:r>
          </a:p>
          <a:p>
            <a:r>
              <a:t>Her own nouns — accounting, cybersecurity, people strategy — are named once and then set against the recurring forms of judgment. Do not turn that into a claim that they are one profession.</a:t>
            </a:r>
          </a:p>
          <a:p>
            <a:r>
              <a:t>Close on the portability boundary: capability can travel while context still has to be learned. "That is not starting from zero. That is carrying something proven into a real learning curve." Do not cut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4:03, holding to about 4:07.</a:t>
            </a:r>
          </a:p>
          <a:p>
            <a:r>
              <a:t>Section card. Hold briefly, then return to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4:07.</a:t>
            </a:r>
          </a:p>
          <a:p>
            <a:r>
              <a:t>Show the internal description first, then the clearer version.</a:t>
            </a:r>
          </a:p>
          <a:p>
            <a:r>
              <a:t>"Let me show you the more useful version" is the coaching turn. Stay on Temidayo.</a:t>
            </a:r>
          </a:p>
          <a:p>
            <a:r>
              <a:t>The point is explicitly NOT that a number is better: "That sentence is not better simply because it includes a number." Keep that qualifier.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5:06.</a:t>
            </a:r>
          </a:p>
          <a:p>
            <a:r>
              <a:t>The bounded result slide. Reveal 47, then 75.</a:t>
            </a:r>
          </a:p>
          <a:p>
            <a:r>
              <a:t>FACTUAL BOUNDARY, spoken out loud and not to be trimmed: it was ONE measure of how well new hires felt integrated, not a claim about everything the redesign affected, and it was team-based work that Temidayo LED, not something she did alone.</a:t>
            </a:r>
          </a:p>
          <a:p>
            <a:r>
              <a:t>Do not add the ~30% retention improvement or the &gt;$2M avoided-turnover figure. Neither is in this video and neither may appear in a graphic, caption or thumbnail.</a:t>
            </a:r>
          </a:p>
          <a:p>
            <a:r>
              <a:t>Close on: portable evidence connects the situation, the contribution and what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5:45, holding to about 5:50.</a:t>
            </a:r>
          </a:p>
          <a:p>
            <a:r>
              <a:t>Section card. Hold briefly, then return to presenter.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5:50.</a:t>
            </a:r>
          </a:p>
          <a:p>
            <a:r>
              <a:t>Reveal the four lines: the situation, my role, what changed, what this shows.</a:t>
            </a:r>
          </a:p>
          <a:p>
            <a:r>
              <a:t>The permitted-record boundary is spoken: nothing confidential, nothing employer-owned. Do not edit around it.</a:t>
            </a:r>
          </a:p>
          <a:p>
            <a:r>
              <a:t>The narrowest-capability rule is the teaching point of this slide. Temidayo models it on herself and then extends it to the viewer: "I should not turn that into a claim that I can transform every employee experience problem, and I do not want you to overreach either."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7:09.</a:t>
            </a:r>
          </a:p>
          <a:p>
            <a:r>
              <a:t>The consolidation card. Reveal the three practices in order.</a:t>
            </a:r>
          </a:p>
          <a:p>
            <a:r>
              <a:t>"They helped me avoid two mistakes: assuming that everything transfers, and assuming that nothing does." Both halves matter; do not cut either.</a:t>
            </a:r>
          </a:p>
          <a:p>
            <a:r>
              <a:t>Do not add a fourth practice, an acronym or the Career Evidence 3 Cs. The three practices are the only memory device in this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7:51.</a:t>
            </a:r>
          </a:p>
          <a:p>
            <a:r>
              <a:t>Reveal the three questions one at a time.</a:t>
            </a:r>
          </a:p>
          <a:p>
            <a:r>
              <a:t>"Pause here if you want to write them down." Hold the frame long enough for that to be possible.</a:t>
            </a:r>
          </a:p>
          <a:p>
            <a:r>
              <a:t>Close on the reframe: you are not trying to prove you will never need to learn anything new, you are trying to avoid starting over where you already have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8:43.</a:t>
            </a:r>
          </a:p>
          <a:p>
            <a:r>
              <a:t>Calm and brief. This is the only resource invitation in the video, and it is the FREE Career Evidence Starter.</a:t>
            </a:r>
          </a:p>
          <a:p>
            <a:r>
              <a:t>Exact invitation, verbatim from the v4.0 script:</a:t>
            </a:r>
          </a:p>
          <a:p>
            <a:r>
              <a:t>"If you want to try this on one real accomplishment of yours, I made a free Career Evidence Starter. It takes about 10 to 15 focused minutes and helps you turn one piece of work into a portable Proof Line. I've linked it below."</a:t>
            </a:r>
          </a:p>
          <a:p>
            <a:r>
              <a:t>The supporting artwork on this slide is the REAL Career Evidence Starter artifact: the cover in front, the Portable Proof Line page behind. No Field Kit imagery remains anywhere in either deck; do not restore it. Use the direct public landing-page URL only — no PDF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approximately 9:01 to the end, about 9:43.</a:t>
            </a:r>
          </a:p>
          <a:p>
            <a:r>
              <a:t>The card reads "Is Your Job Making You Less Marketable?", which is the locked Video 2 title and matches what Temidayo says.</a:t>
            </a:r>
          </a:p>
          <a:p>
            <a:r>
              <a:t>Closing lines: "You do not have to erase your career to change jobs. But you do need to know what you are carrying." Stay on her for both.</a:t>
            </a:r>
          </a:p>
          <a:p>
            <a:r>
              <a:t>Do not summarize this video again.</a:t>
            </a:r>
          </a:p>
          <a:p>
            <a:r>
              <a:t>The right side of the frame is left open for the YouTube linked-video end-screen element. Hold the final frame for at least 12 seconds. Do not leave Subscribe as the only end-screen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ONE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I Changed Jobs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My Career 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-portrait-wine.png"/>
          <p:cNvPicPr>
            <a:picLocks noChangeAspect="1"/>
          </p:cNvPicPr>
          <p:nvPr/>
        </p:nvPicPr>
        <p:blipFill>
          <a:blip r:embed="rId2"/>
          <a:srcRect l="18" r="18"/>
          <a:stretch>
            <a:fillRect/>
          </a:stretch>
        </p:blipFill>
        <p:spPr>
          <a:xfrm>
            <a:off x="9017000" y="584200"/>
            <a:ext cx="2540000" cy="317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17000" y="584200"/>
            <a:ext cx="2540000" cy="3175000"/>
          </a:xfrm>
          <a:prstGeom prst="rect">
            <a:avLst/>
          </a:prstGeom>
          <a:noFill/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CAREER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798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connected those career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132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Accounting and audit trained me to look for evidence, controls, risk and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a system was failing to reveal. I carried that way of seeing into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cybersecurity and later into people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032000" y="5473700"/>
            <a:ext cx="8191500" cy="1905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685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85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ACCOUNTING &amp; AUDIT</a:t>
            </a:r>
          </a:p>
        </p:txBody>
      </p:sp>
      <p:sp>
        <p:nvSpPr>
          <p:cNvPr id="11" name="Oval 10"/>
          <p:cNvSpPr/>
          <p:nvPr/>
        </p:nvSpPr>
        <p:spPr>
          <a:xfrm>
            <a:off x="46990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CYBERSECURITY</a:t>
            </a:r>
          </a:p>
        </p:txBody>
      </p:sp>
      <p:sp>
        <p:nvSpPr>
          <p:cNvPr id="13" name="Oval 12"/>
          <p:cNvSpPr/>
          <p:nvPr/>
        </p:nvSpPr>
        <p:spPr>
          <a:xfrm>
            <a:off x="74295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95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PEOPLE STRATEGY</a:t>
            </a:r>
          </a:p>
        </p:txBody>
      </p:sp>
      <p:sp>
        <p:nvSpPr>
          <p:cNvPr id="15" name="Oval 14"/>
          <p:cNvSpPr/>
          <p:nvPr/>
        </p:nvSpPr>
        <p:spPr>
          <a:xfrm>
            <a:off x="10115550" y="5375275"/>
            <a:ext cx="215900" cy="2159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90000" y="5740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 spc="10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 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500" y="6121400"/>
            <a:ext cx="10858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Along the way: consulting, life sciences,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has the work actually trained you to do?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1536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51155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could I do in another setting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because of what I learned here?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changed because you were there?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another employer</a:t>
            </a:r>
            <a:br/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can understand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0386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an onboarding redesign with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team. One measure of how well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felt integrated moved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47 to 75.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36830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 the redesign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8702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254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7150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Capture the context, your role and what changed.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495544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457444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can diagnose a weak point in the employee experience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and lead a redesign that improves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THREE THINGS I LEARNED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1622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27812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could I still do if the title,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employer or industry changed?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84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FREE CAREER EVIDENCE 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93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ACCOMPLISHMENT →</a:t>
            </a:r>
            <a:br/>
            <a:r>
              <a:rPr sz="29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PORTABLE PROOF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2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Turn one accomplishment into proof you can use in a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performance review, interview, internal move or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career pivot.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temidayoafonja.com/career-evidence-starter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410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