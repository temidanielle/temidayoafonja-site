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0:39 to 1:31.</a:t>
            </a:r>
          </a:p>
          <a:p>
            <a:r>
              <a:t>Do NOT open on this slide. Begin full-screen on Temidayo and let the whole opening land first: the viewer's situation, the question underneath it, "I know that question, I have had to answer it more than once", the honest answer, and the three-practice promise.</a:t>
            </a:r>
          </a:p>
          <a:p>
            <a:r>
              <a:t>Recognition comes before anything is taught. Nothing may cut into that.</a:t>
            </a:r>
          </a:p>
          <a:p>
            <a:r>
              <a:t>Bring the title up under the channel line, then hold for the promise boundary: "I cannot tell you that everything transfers, because it does not."</a:t>
            </a:r>
          </a:p>
          <a:p>
            <a:r>
              <a:t>That refusal is what makes the rest of the video believable. Do not soften it.</a:t>
            </a:r>
          </a:p>
          <a:p>
            <a:r>
              <a:t>The on-screen deck title and the public YouTube title differ intentionally. Do not change the title slide to match the public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1:31.</a:t>
            </a:r>
          </a:p>
          <a:p>
            <a:r>
              <a:t>The chronology lives on the slide. Temidayo does not read it back.</a:t>
            </a:r>
          </a:p>
          <a:p>
            <a:r>
              <a:t>This is the belonging and lived-proof section. She names the December 2008 accounting degree and the financial crisis exactly as spoken, the real relearning in every move, going back to school, and preparing for a professional certification she did not pass on the first attempt.</a:t>
            </a:r>
          </a:p>
          <a:p>
            <a:r>
              <a:t>That non-pass is not a throwaway. It is what earns the "not everything transfers" boundary, and it is why "I am not being modest, I have paid for that lesson" works. Do not cut either.</a:t>
            </a:r>
          </a:p>
          <a:p>
            <a:r>
              <a:t>Then the turn: she did not carry the tasks forward, she carried the kind of work people kept trusting her with. And the question she asks herself changes.</a:t>
            </a:r>
          </a:p>
          <a:p>
            <a:r>
              <a:t>Temidayo is evidence here, not the hero. If a cut makes her the subject rather than the proof, it is the wrong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3:09, holding to about 3:13.</a:t>
            </a:r>
          </a:p>
          <a:p>
            <a:r>
              <a:t>Section card. Hold briefly, then back to presenter.</a:t>
            </a:r>
          </a:p>
          <a:p>
            <a:r>
              <a:t>Note that the framework does not arrive until now, at over three minutes. That is deliberate under v5.0: the viewer is identified before they are educated.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3:13.</a:t>
            </a:r>
          </a:p>
          <a:p>
            <a:r>
              <a:t>Reveal the three questions as they are asked.</a:t>
            </a:r>
          </a:p>
          <a:p>
            <a:r>
              <a:t>"The questions on screen are the ones I use, and I would like you to use them on yourself." Keep her on camera for it.</a:t>
            </a:r>
          </a:p>
          <a:p>
            <a:r>
              <a:t>The warning in this section is "a word is not evidence". The exercise — three moments where people relied on your judgment, then the verb that repeats — is the practical core. Give it room.</a:t>
            </a:r>
          </a:p>
          <a:p>
            <a:r>
              <a:t>Close on the boundary: capability can travel while the context still has to be learned. "That is not starting from zero. That is bringing something proven into a real learning curve."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4:57, holding to about 5:02.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5:02.</a:t>
            </a:r>
          </a:p>
          <a:p>
            <a:r>
              <a:t>Show the internal description first, then the version that carries.</a:t>
            </a:r>
          </a:p>
          <a:p>
            <a:r>
              <a:t>The point is explicitly NOT that a number is better: "That sentence is not better because it has a number in it." Keep that qualifier — it is the whole teaching point of the slide.</a:t>
            </a:r>
          </a:p>
          <a:p>
            <a:r>
              <a:t>Three questions follow: what was different because I was there, what became clearer or faster or safer or more possible, and what can I say without stretching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6:09.</a:t>
            </a:r>
          </a:p>
          <a:p>
            <a:r>
              <a:t>The bounded result slide. Reveal 47, then 75.</a:t>
            </a:r>
          </a:p>
          <a:p>
            <a:r>
              <a:t>FACTUAL BOUNDARY, spoken aloud and not to be trimmed: ONE measure of how well new hires felt integrated, not a claim about everything the redesign touched; and team work that Temidayo LED, not solo work.</a:t>
            </a:r>
          </a:p>
          <a:p>
            <a:r>
              <a:t>The v5.0 line to protect is "People trust the person who tells them the edges of their own claim." That is the reason this slide exists.</a:t>
            </a:r>
          </a:p>
          <a:p>
            <a:r>
              <a:t>Do not add the ~30% retention improvement or the &gt;$2M avoided-turnover figure. Neither is in this video and neither may appear in any graphic or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6:52, holding to about 6:57.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6:57.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 — in your own words, nothing confidential, nothing employer-owned. Do not edit around it.</a:t>
            </a:r>
          </a:p>
          <a:p>
            <a:r>
              <a:t>The "what this shows" line is the honesty test: the smallest claim the evidence can hold. Temidayo models it on herself first, then extends it to the viewer: "I do not want you to stretch yours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8:26.</a:t>
            </a:r>
          </a:p>
          <a:p>
            <a:r>
              <a:t>The consolidation card, and then the most important stretch in the video.</a:t>
            </a:r>
          </a:p>
          <a:p>
            <a:r>
              <a:t>Reveal the three practices in order. Then two mistakes: assuming everything transfers, and assuming nothing does. Both halves matter.</a:t>
            </a:r>
          </a:p>
          <a:p>
            <a:r>
              <a:t>Then the honest limits — this will not stop a restructure, will not decide a hiring market, will not remove caregiving, money, health, timing or geography from the decision. Do not cut them to save time; they are why the promise is credible.</a:t>
            </a:r>
          </a:p>
          <a:p>
            <a:r>
              <a:t>IDENTITY EXIT, at about 9:22: "I am not only trying to help you get through one job change. I want you to get to the point where a new context does not make you forget what you already know how to do."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9:50.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long enough for that to be possible.</a:t>
            </a:r>
          </a:p>
          <a:p>
            <a:r>
              <a:t>Close on the reframe: not proving you will never have to learn anything new, but not starting over where you already have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10:48.</a:t>
            </a:r>
          </a:p>
          <a:p>
            <a:r>
              <a:t>Calm and brief. The only resource invitation in the video, and it is the FREE Career Evidence Starter.</a:t>
            </a:r>
          </a:p>
          <a:p>
            <a:r>
              <a:t>It lands AFTER the identity bridge, so it reads as the next step in what she has just described rather than an advert. Keep that order.</a:t>
            </a:r>
          </a:p>
          <a:p>
            <a:r>
              <a:t>Exact invitation, verbatim from the v5.0 script:</a:t>
            </a:r>
          </a:p>
          <a:p>
            <a:r>
              <a:t>"If you want to try this on one real thing you have done, I made a free Career Evidence Starter. It takes about 10 to 15 focused minutes, and you come out of it with one accomplishment turned into a portable proof line — one sentence you can actually use. I have linked it below."</a:t>
            </a:r>
          </a:p>
          <a:p>
            <a:r>
              <a:t>The artwork on this slide is the REAL Career Evidence Starter artifact: cover in front, Portable Proof Line page behind. No Field Kit imagery remains anywhere; do not restore it. Direct public landing-page URL only — no PDF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11:10 to the end, about 11:54.</a:t>
            </a:r>
          </a:p>
          <a:p>
            <a:r>
              <a:t>The card reads "Is Your Job Making You Less Marketable?", the locked Video 2 title, matching what Temidayo says.</a:t>
            </a:r>
          </a:p>
          <a:p>
            <a:r>
              <a:t>Closing lines: "You do not have to erase your career to change jobs. But you do have to know what you are carrying." Stay on her for both.</a:t>
            </a:r>
          </a:p>
          <a:p>
            <a:r>
              <a:t>Do not summarize the video again.</a:t>
            </a:r>
          </a:p>
          <a:p>
            <a:r>
              <a:t>The right side of the frame is left open for the YouTube linked-video end-screen element. Hold the final frame for at least 12 seconds. Do not leave Subscribe as the only end-screen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