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3:10-4:10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3:10-4:10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4:10-4:55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redesign my team and I led. The number becomes useful because I</a:t>
            </a:r>
          </a:p>
          <a:p>
            <a:r>
              <a:t>can explain what it measured, what changed and what I 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4:10-4:55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redesign my team and I led. The number becomes useful because I</a:t>
            </a:r>
          </a:p>
          <a:p>
            <a:r>
              <a:t>can explain what it measured, what changed and what I 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things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things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things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1536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51155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could I do in another setting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because of what I learned here?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Portable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0386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an onboarding redesign with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team. One measure of how well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felt integrated moved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47 to 75.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36830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 the redesign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495544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457444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can diagnose a weak point in the employee experience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and lead a redesign that improves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1622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27812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could I still do if the title,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employer or industry changed?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