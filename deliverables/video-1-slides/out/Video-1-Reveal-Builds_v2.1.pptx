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0:00-0:35</a:t>
            </a:r>
          </a:p>
          <a:p/>
          <a:p>
            <a:r>
              <a:t>Begin full-screen on Temidayo rather than on the slide.</a:t>
            </a:r>
          </a:p>
          <a:p/>
          <a:p>
            <a:r>
              <a:t>Exact opening:</a:t>
            </a:r>
          </a:p>
          <a:p/>
          <a:p>
            <a:r>
              <a:t>"If you are considering a different job, function or industry, one of the</a:t>
            </a:r>
          </a:p>
          <a:p>
            <a:r>
              <a:t>hardest questions is whether the experience you already have will still</a:t>
            </a:r>
          </a:p>
          <a:p>
            <a:r>
              <a:t>count. I have changed the kind of work I do several times without treating</a:t>
            </a:r>
          </a:p>
          <a:p>
            <a:r>
              <a:t>each move as a return to zero. In this video, I will show you three</a:t>
            </a:r>
          </a:p>
          <a:p>
            <a:r>
              <a:t>questions I use to identify what my experience has built, explain one</a:t>
            </a:r>
          </a:p>
          <a:p>
            <a:r>
              <a:t>result in language another employer can understand and decide what</a:t>
            </a:r>
          </a:p>
          <a:p>
            <a:r>
              <a:t>evidence to preserve before I move."</a:t>
            </a:r>
          </a:p>
          <a:p/>
          <a:p>
            <a:r>
              <a:t>Move to the title slide after introducing the three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0:35-1:35</a:t>
            </a:r>
          </a:p>
          <a:p/>
          <a:p>
            <a:r>
              <a:t>Speak naturally from the career sequence. Do not read the slide.</a:t>
            </a:r>
          </a:p>
          <a:p/>
          <a:p>
            <a:r>
              <a:t>Use this transition:</a:t>
            </a:r>
          </a:p>
          <a:p/>
          <a:p>
            <a:r>
              <a:t>"The continuity was not always visible in the job titles. I had to look</a:t>
            </a:r>
          </a:p>
          <a:p>
            <a:r>
              <a:t>underneath them and ask what the work had actually trained me to do."</a:t>
            </a:r>
          </a:p>
          <a:p/>
          <a:p>
            <a:r>
              <a:t>Keep the camera in the upper-left safe area while the timeline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7:45-8:20</a:t>
            </a:r>
          </a:p>
          <a:p/>
          <a:p>
            <a:r>
              <a:t>Exact invitation:</a:t>
            </a:r>
          </a:p>
          <a:p/>
          <a:p>
            <a:r>
              <a:t>"If these questions are showing you that you need a fuller reading of what</a:t>
            </a:r>
          </a:p>
          <a:p>
            <a:r>
              <a:t>your current work is building, the Capability Formation Field Kit will help</a:t>
            </a:r>
          </a:p>
          <a:p>
            <a:r>
              <a:t>you complete that assessment privately using evidence from the last 90</a:t>
            </a:r>
          </a:p>
          <a:p>
            <a:r>
              <a:t>days."</a:t>
            </a:r>
          </a:p>
          <a:p/>
          <a:p>
            <a:r>
              <a:t>Keep the delivery calm and brief. This is the only purchase invitation in</a:t>
            </a:r>
          </a:p>
          <a:p>
            <a:r>
              <a:t>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8:20-9:00</a:t>
            </a:r>
          </a:p>
          <a:p/>
          <a:p>
            <a:r>
              <a:t>Exact bridge:</a:t>
            </a:r>
          </a:p>
          <a:p/>
          <a:p>
            <a:r>
              <a:t>"In the next video, I will show you how to recognize when you are still</a:t>
            </a:r>
          </a:p>
          <a:p>
            <a:r>
              <a:t>performing well but the work is no longer expanding your skills or future</a:t>
            </a:r>
          </a:p>
          <a:p>
            <a:r>
              <a:t>options."</a:t>
            </a:r>
          </a:p>
          <a:p/>
          <a:p>
            <a:r>
              <a:t>Do not summarize the current video again.</a:t>
            </a:r>
          </a:p>
          <a:p/>
          <a:p>
            <a:r>
              <a:t>The right side of this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portrait-wine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9017000" y="584200"/>
            <a:ext cx="254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17000" y="584200"/>
            <a:ext cx="2540000" cy="31750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798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connected those career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132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Accounting and audit trained me to look for evidence, controls, risk and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system was failing to reveal. I carried that way of seeing into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cybersecurity and later into people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0500" y="5473700"/>
            <a:ext cx="9080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70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</a:t>
            </a:r>
          </a:p>
        </p:txBody>
      </p:sp>
      <p:sp>
        <p:nvSpPr>
          <p:cNvPr id="11" name="Oval 10"/>
          <p:cNvSpPr/>
          <p:nvPr/>
        </p:nvSpPr>
        <p:spPr>
          <a:xfrm>
            <a:off x="32131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76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CONSULTING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37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LIFE</a:t>
            </a:r>
            <a:br/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SCIENCES</a:t>
            </a:r>
          </a:p>
        </p:txBody>
      </p:sp>
      <p:sp>
        <p:nvSpPr>
          <p:cNvPr id="15" name="Oval 14"/>
          <p:cNvSpPr/>
          <p:nvPr/>
        </p:nvSpPr>
        <p:spPr>
          <a:xfrm>
            <a:off x="68453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98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TECHNOLOGY</a:t>
            </a:r>
          </a:p>
        </p:txBody>
      </p:sp>
      <p:sp>
        <p:nvSpPr>
          <p:cNvPr id="17" name="Oval 16"/>
          <p:cNvSpPr/>
          <p:nvPr/>
        </p:nvSpPr>
        <p:spPr>
          <a:xfrm>
            <a:off x="86614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59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</a:t>
            </a:r>
            <a:br/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STRATEGY</a:t>
            </a:r>
          </a:p>
        </p:txBody>
      </p:sp>
      <p:sp>
        <p:nvSpPr>
          <p:cNvPr id="19" name="Oval 18"/>
          <p:cNvSpPr/>
          <p:nvPr/>
        </p:nvSpPr>
        <p:spPr>
          <a:xfrm>
            <a:off x="10433050" y="53752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20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</a:t>
            </a:r>
            <a:br/>
            <a:r>
              <a:rPr sz="1350" b="1" i="0" spc="125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things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things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things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Portable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temidayoafonja.com/book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