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0:00-0:35</a:t>
            </a:r>
          </a:p>
          <a:p/>
          <a:p>
            <a:r>
              <a:t>Begin full-screen on Temidayo rather than on the slide.</a:t>
            </a:r>
          </a:p>
          <a:p/>
          <a:p>
            <a:r>
              <a:t>Exact opening:</a:t>
            </a:r>
          </a:p>
          <a:p/>
          <a:p>
            <a:r>
              <a:t>"If you are considering a different job, function or industry, one of the</a:t>
            </a:r>
          </a:p>
          <a:p>
            <a:r>
              <a:t>hardest questions is whether the experience you already have will still</a:t>
            </a:r>
          </a:p>
          <a:p>
            <a:r>
              <a:t>count. I have changed the kind of work I do several times without treating</a:t>
            </a:r>
          </a:p>
          <a:p>
            <a:r>
              <a:t>each move as a return to zero. In this video, I will show you three</a:t>
            </a:r>
          </a:p>
          <a:p>
            <a:r>
              <a:t>questions I use to identify what my experience has built, explain one</a:t>
            </a:r>
          </a:p>
          <a:p>
            <a:r>
              <a:t>result in language another employer can understand and decide what</a:t>
            </a:r>
          </a:p>
          <a:p>
            <a:r>
              <a:t>evidence to preserve before I move."</a:t>
            </a:r>
          </a:p>
          <a:p/>
          <a:p>
            <a:r>
              <a:t>Move to the title slide after introducing the three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0:35-1:35</a:t>
            </a:r>
          </a:p>
          <a:p/>
          <a:p>
            <a:r>
              <a:t>Speak naturally from the career sequence. Do not read the slide.</a:t>
            </a:r>
          </a:p>
          <a:p/>
          <a:p>
            <a:r>
              <a:t>Use this transition:</a:t>
            </a:r>
          </a:p>
          <a:p/>
          <a:p>
            <a:r>
              <a:t>"The continuity was not always visible in the job titles. I had to look</a:t>
            </a:r>
          </a:p>
          <a:p>
            <a:r>
              <a:t>underneath them and ask what the work had actually trained me to do."</a:t>
            </a:r>
          </a:p>
          <a:p/>
          <a:p>
            <a:r>
              <a:t>Keep the camera in the upper-left safe area while the timeline 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3:10-4:10</a:t>
            </a:r>
          </a:p>
          <a:p/>
          <a:p>
            <a:r>
              <a:t>Explain that "onboarding redesign" names the project but does not yet tell</a:t>
            </a:r>
          </a:p>
          <a:p>
            <a:r>
              <a:t>an unfamiliar viewer what improved.</a:t>
            </a:r>
          </a:p>
          <a:p/>
          <a:p>
            <a:r>
              <a:t>State clearly that you led the redesign with your team.</a:t>
            </a:r>
          </a:p>
          <a:p/>
          <a:p>
            <a:r>
              <a:t>Reveal the portable description only after the internal one has been read</a:t>
            </a:r>
          </a:p>
          <a:p>
            <a:r>
              <a:t>aloud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3:10-4:10</a:t>
            </a:r>
          </a:p>
          <a:p/>
          <a:p>
            <a:r>
              <a:t>Explain that "onboarding redesign" names the project but does not yet tell</a:t>
            </a:r>
          </a:p>
          <a:p>
            <a:r>
              <a:t>an unfamiliar viewer what improved.</a:t>
            </a:r>
          </a:p>
          <a:p/>
          <a:p>
            <a:r>
              <a:t>State clearly that you led the redesign with your team.</a:t>
            </a:r>
          </a:p>
          <a:p/>
          <a:p>
            <a:r>
              <a:t>Reveal the portable description only after the internal one has been read</a:t>
            </a:r>
          </a:p>
          <a:p>
            <a:r>
              <a:t>aloud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4:10-4:55</a:t>
            </a:r>
          </a:p>
          <a:p/>
          <a:p>
            <a:r>
              <a:t>Say:</a:t>
            </a:r>
          </a:p>
          <a:p/>
          <a:p>
            <a:r>
              <a:t>"One measure of how well new hires felt integrated moved from 47 to 75</a:t>
            </a:r>
          </a:p>
          <a:p>
            <a:r>
              <a:t>after the onboarding redesign I led with my team. The number becomes</a:t>
            </a:r>
          </a:p>
          <a:p>
            <a:r>
              <a:t>useful because I can explain what it measured, what changed and what I</a:t>
            </a:r>
          </a:p>
          <a:p>
            <a:r>
              <a:t>was responsible for."</a:t>
            </a:r>
          </a:p>
          <a:p/>
          <a:p>
            <a:r>
              <a:t>Reveal 47 first, then 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4:10-4:55</a:t>
            </a:r>
          </a:p>
          <a:p/>
          <a:p>
            <a:r>
              <a:t>Say:</a:t>
            </a:r>
          </a:p>
          <a:p/>
          <a:p>
            <a:r>
              <a:t>"One measure of how well new hires felt integrated moved from 47 to 75</a:t>
            </a:r>
          </a:p>
          <a:p>
            <a:r>
              <a:t>after the onboarding redesign I led with my team. The number becomes</a:t>
            </a:r>
          </a:p>
          <a:p>
            <a:r>
              <a:t>useful because I can explain what it measured, what changed and what I</a:t>
            </a:r>
          </a:p>
          <a:p>
            <a:r>
              <a:t>was responsible for."</a:t>
            </a:r>
          </a:p>
          <a:p/>
          <a:p>
            <a:r>
              <a:t>Reveal 47 first, then 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7:45-8:20</a:t>
            </a:r>
          </a:p>
          <a:p/>
          <a:p>
            <a:r>
              <a:t>Exact invitation:</a:t>
            </a:r>
          </a:p>
          <a:p/>
          <a:p>
            <a:r>
              <a:t>"If these questions are showing you that you need a fuller reading of what</a:t>
            </a:r>
          </a:p>
          <a:p>
            <a:r>
              <a:t>your current work is building, the Capability Formation Field Kit will help</a:t>
            </a:r>
          </a:p>
          <a:p>
            <a:r>
              <a:t>you complete that assessment privately using evidence from the last 90</a:t>
            </a:r>
          </a:p>
          <a:p>
            <a:r>
              <a:t>days."</a:t>
            </a:r>
          </a:p>
          <a:p/>
          <a:p>
            <a:r>
              <a:t>Keep the delivery calm and brief. This is the only purchase invitation in</a:t>
            </a:r>
          </a:p>
          <a:p>
            <a:r>
              <a:t>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8:20-9:00</a:t>
            </a:r>
          </a:p>
          <a:p/>
          <a:p>
            <a:r>
              <a:t>Exact bridge:</a:t>
            </a:r>
          </a:p>
          <a:p/>
          <a:p>
            <a:r>
              <a:t>"In the next video, I will show you how to recognize when you are still</a:t>
            </a:r>
          </a:p>
          <a:p>
            <a:r>
              <a:t>performing well but the work is no longer expanding your skills or future</a:t>
            </a:r>
          </a:p>
          <a:p>
            <a:r>
              <a:t>options."</a:t>
            </a:r>
          </a:p>
          <a:p/>
          <a:p>
            <a:r>
              <a:t>Do not summarize the current video again.</a:t>
            </a:r>
          </a:p>
          <a:p/>
          <a:p>
            <a:r>
              <a:t>The right side of this frame is left open for the YouTube linked-video</a:t>
            </a:r>
          </a:p>
          <a:p>
            <a:r>
              <a:t>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ONE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I Changed Jobs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My Career 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7277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817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oto-portrait-wine.png"/>
          <p:cNvPicPr>
            <a:picLocks noChangeAspect="1"/>
          </p:cNvPicPr>
          <p:nvPr/>
        </p:nvPicPr>
        <p:blipFill>
          <a:blip r:embed="rId2"/>
          <a:srcRect l="18" r="18"/>
          <a:stretch>
            <a:fillRect/>
          </a:stretch>
        </p:blipFill>
        <p:spPr>
          <a:xfrm>
            <a:off x="9017000" y="584200"/>
            <a:ext cx="2540000" cy="317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17000" y="584200"/>
            <a:ext cx="2540000" cy="3175000"/>
          </a:xfrm>
          <a:prstGeom prst="rect">
            <a:avLst/>
          </a:prstGeom>
          <a:noFill/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1750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CAREER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798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connected those career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132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Accounting and audit trained me to look for evidence, controls, risk and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a system was failing to reveal. I carried that way of seeing into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cybersecurity and later into people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2000" y="5473700"/>
            <a:ext cx="8191500" cy="1905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685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ACCOUNTING &amp; AUDIT</a:t>
            </a:r>
          </a:p>
        </p:txBody>
      </p:sp>
      <p:sp>
        <p:nvSpPr>
          <p:cNvPr id="11" name="Oval 10"/>
          <p:cNvSpPr/>
          <p:nvPr/>
        </p:nvSpPr>
        <p:spPr>
          <a:xfrm>
            <a:off x="46990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CYBERSECURITY</a:t>
            </a:r>
          </a:p>
        </p:txBody>
      </p:sp>
      <p:sp>
        <p:nvSpPr>
          <p:cNvPr id="13" name="Oval 12"/>
          <p:cNvSpPr/>
          <p:nvPr/>
        </p:nvSpPr>
        <p:spPr>
          <a:xfrm>
            <a:off x="74295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95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PEOPLE STRATEGY</a:t>
            </a:r>
          </a:p>
        </p:txBody>
      </p:sp>
      <p:sp>
        <p:nvSpPr>
          <p:cNvPr id="15" name="Oval 14"/>
          <p:cNvSpPr/>
          <p:nvPr/>
        </p:nvSpPr>
        <p:spPr>
          <a:xfrm>
            <a:off x="10115550" y="5375275"/>
            <a:ext cx="215900" cy="2159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CAPABILITY 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" y="6121400"/>
            <a:ext cx="10858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Along the way: consulting, life sciences,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These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These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These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1536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51155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could I do in another setting</a:t>
            </a:r>
            <a:br/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because of what I learned here?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another employer</a:t>
            </a:r>
            <a:br/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can 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0386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an onboarding redesign with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team. One measure of how well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felt integrated moved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47 to 75.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0" y="36830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After the redesign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495544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this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457444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can diagnose a weak point in the employee experience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and lead a redesign that improves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31622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27812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could I still do if the title,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employer or industry changed?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eldkit-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6414655" y="1206500"/>
            <a:ext cx="2728191" cy="3530600"/>
          </a:xfrm>
          <a:prstGeom prst="rect">
            <a:avLst/>
          </a:prstGeom>
        </p:spPr>
      </p:pic>
      <p:pic>
        <p:nvPicPr>
          <p:cNvPr id="4" name="Picture 3" descr="fieldkit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232" y="812800"/>
            <a:ext cx="3552536" cy="459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984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CAPABILITY FORMATION FIELD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893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your job still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building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942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Complete a private, evidence-led career position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assessment using the last 90 days of your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actual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temidayoafonja.com/book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Your Job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Making You Less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Marketable?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4102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