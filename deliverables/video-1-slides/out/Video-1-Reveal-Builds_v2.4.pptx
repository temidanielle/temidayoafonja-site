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1.</a:t>
            </a:r>
          </a:p>
          <a:p>
            <a:r>
              <a:t>Timing: approximately 0:33 to 1:09.</a:t>
            </a:r>
          </a:p>
          <a:p>
            <a:r>
              <a:t>Do NOT open on this slide. Begin full-screen on Temidayo and let the whole opening land: the hook, the correction, her roughly eighteen years across very different functions and industries, and the three-practice promise.</a:t>
            </a:r>
          </a:p>
          <a:p>
            <a:r>
              <a:t>Bring the title up under the channel line, then the promise boundary: "And I want to be clear with you about the promise. Not everything transfers."</a:t>
            </a:r>
          </a:p>
          <a:p>
            <a:r>
              <a:t>The on-screen deck title and the public YouTube title differ intentionally. Do not change the title slide to match the public 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2.</a:t>
            </a:r>
          </a:p>
          <a:p>
            <a:r>
              <a:t>Timing: approximately 1:09.</a:t>
            </a:r>
          </a:p>
          <a:p>
            <a:r>
              <a:t>The chronology lives on the slide. Temidayo deliberately does not walk through every title: "The slide shows the broad chapters of my career, so I am not going to walk you through every title."</a:t>
            </a:r>
          </a:p>
          <a:p>
            <a:r>
              <a:t>The December 2008 accounting degree and the financial crisis stay exactly as spoken. No employer named, no further detail.</a:t>
            </a:r>
          </a:p>
          <a:p>
            <a:r>
              <a:t>The turn is "I did not carry every task forward. I carried forms of judgment." Let it sit, then the viewer hand-off: "That is the question I want to help you answer, and three practices got me there."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3.</a:t>
            </a:r>
          </a:p>
          <a:p>
            <a:r>
              <a:t>Timing: approximately 2:15, holding to about 2:19.</a:t>
            </a:r>
          </a:p>
          <a:p>
            <a:r>
              <a:t>Section card. Hold briefly, then return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4.</a:t>
            </a:r>
          </a:p>
          <a:p>
            <a:r>
              <a:t>Timing: approximately 2:19.</a:t>
            </a:r>
          </a:p>
          <a:p>
            <a:r>
              <a:t>Reveal the three questions as they are asked.</a:t>
            </a:r>
          </a:p>
          <a:p>
            <a:r>
              <a:t>Note the v4.0 framing: "The questions on screen are the ones I use, and I want you to use them too." Keep her on camera for it.</a:t>
            </a:r>
          </a:p>
          <a:p>
            <a:r>
              <a:t>Her own nouns — accounting, cybersecurity, people strategy — are named once and then set against the recurring forms of judgment. Do not turn that into a claim that they are one profession.</a:t>
            </a:r>
          </a:p>
          <a:p>
            <a:r>
              <a:t>Close on the portability boundary: capability can travel while context still has to be learned. "That is not starting from zero. That is carrying something proven into a real learning curve." Do not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4.</a:t>
            </a:r>
          </a:p>
          <a:p>
            <a:r>
              <a:t>Timing: approximately 2:19.</a:t>
            </a:r>
          </a:p>
          <a:p>
            <a:r>
              <a:t>Reveal the three questions as they are asked.</a:t>
            </a:r>
          </a:p>
          <a:p>
            <a:r>
              <a:t>Note the v4.0 framing: "The questions on screen are the ones I use, and I want you to use them too." Keep her on camera for it.</a:t>
            </a:r>
          </a:p>
          <a:p>
            <a:r>
              <a:t>Her own nouns — accounting, cybersecurity, people strategy — are named once and then set against the recurring forms of judgment. Do not turn that into a claim that they are one profession.</a:t>
            </a:r>
          </a:p>
          <a:p>
            <a:r>
              <a:t>Close on the portability boundary: capability can travel while context still has to be learned. "That is not starting from zero. That is carrying something proven into a real learning curve." Do not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4.</a:t>
            </a:r>
          </a:p>
          <a:p>
            <a:r>
              <a:t>Timing: approximately 2:19.</a:t>
            </a:r>
          </a:p>
          <a:p>
            <a:r>
              <a:t>Reveal the three questions as they are asked.</a:t>
            </a:r>
          </a:p>
          <a:p>
            <a:r>
              <a:t>Note the v4.0 framing: "The questions on screen are the ones I use, and I want you to use them too." Keep her on camera for it.</a:t>
            </a:r>
          </a:p>
          <a:p>
            <a:r>
              <a:t>Her own nouns — accounting, cybersecurity, people strategy — are named once and then set against the recurring forms of judgment. Do not turn that into a claim that they are one profession.</a:t>
            </a:r>
          </a:p>
          <a:p>
            <a:r>
              <a:t>Close on the portability boundary: capability can travel while context still has to be learned. "That is not starting from zero. That is carrying something proven into a real learning curve." Do not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5.</a:t>
            </a:r>
          </a:p>
          <a:p>
            <a:r>
              <a:t>Timing: approximately 4:03, holding to about 4:07.</a:t>
            </a:r>
          </a:p>
          <a:p>
            <a:r>
              <a:t>Section card. Hold briefly, then return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6.</a:t>
            </a:r>
          </a:p>
          <a:p>
            <a:r>
              <a:t>Timing: approximately 4:07.</a:t>
            </a:r>
          </a:p>
          <a:p>
            <a:r>
              <a:t>Show the internal description first, then the clearer version.</a:t>
            </a:r>
          </a:p>
          <a:p>
            <a:r>
              <a:t>"Let me show you the more useful version" is the coaching turn. Stay on Temidayo.</a:t>
            </a:r>
          </a:p>
          <a:p>
            <a:r>
              <a:t>The point is explicitly NOT that a number is better: "That sentence is not better simply because it includes a number." Keep that qualifier.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6.</a:t>
            </a:r>
          </a:p>
          <a:p>
            <a:r>
              <a:t>Timing: approximately 4:07.</a:t>
            </a:r>
          </a:p>
          <a:p>
            <a:r>
              <a:t>Show the internal description first, then the clearer version.</a:t>
            </a:r>
          </a:p>
          <a:p>
            <a:r>
              <a:t>"Let me show you the more useful version" is the coaching turn. Stay on Temidayo.</a:t>
            </a:r>
          </a:p>
          <a:p>
            <a:r>
              <a:t>The point is explicitly NOT that a number is better: "That sentence is not better simply because it includes a number." Keep that qualifier.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2 — main slide 7.</a:t>
            </a:r>
          </a:p>
          <a:p>
            <a:r>
              <a:t>Timing: approximately 5:06.</a:t>
            </a:r>
          </a:p>
          <a:p>
            <a:r>
              <a:t>The bounded result slide. Reveal 47, then 75.</a:t>
            </a:r>
          </a:p>
          <a:p>
            <a:r>
              <a:t>FACTUAL BOUNDARY, spoken out loud and not to be trimmed: it was ONE measure of how well new hires felt integrated, not a claim about everything the redesign affected, and it was team-based work that Temidayo LED, not something she did alone.</a:t>
            </a:r>
          </a:p>
          <a:p>
            <a:r>
              <a:t>Do not add the ~30% retention improvement or the &gt;$2M avoided-turnover figure. Neither is in this video and neither may appear in a graphic, caption or thumbnail.</a:t>
            </a:r>
          </a:p>
          <a:p>
            <a:r>
              <a:t>Close on: portable evidence connects the situation, the contribution and what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2 — main slide 7.</a:t>
            </a:r>
          </a:p>
          <a:p>
            <a:r>
              <a:t>Timing: approximately 5:06.</a:t>
            </a:r>
          </a:p>
          <a:p>
            <a:r>
              <a:t>The bounded result slide. Reveal 47, then 75.</a:t>
            </a:r>
          </a:p>
          <a:p>
            <a:r>
              <a:t>FACTUAL BOUNDARY, spoken out loud and not to be trimmed: it was ONE measure of how well new hires felt integrated, not a claim about everything the redesign affected, and it was team-based work that Temidayo LED, not something she did alone.</a:t>
            </a:r>
          </a:p>
          <a:p>
            <a:r>
              <a:t>Do not add the ~30% retention improvement or the &gt;$2M avoided-turnover figure. Neither is in this video and neither may appear in a graphic, caption or thumbnail.</a:t>
            </a:r>
          </a:p>
          <a:p>
            <a:r>
              <a:t>Close on: portable evidence connects the situation, the contribution and what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8.</a:t>
            </a:r>
          </a:p>
          <a:p>
            <a:r>
              <a:t>Timing: approximately 5:45, holding to about 5:50.</a:t>
            </a:r>
          </a:p>
          <a:p>
            <a:r>
              <a:t>Section card. Hold briefly, then return to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4 — main slide 9.</a:t>
            </a:r>
          </a:p>
          <a:p>
            <a:r>
              <a:t>Timing: approximately 5:50.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spoken: nothing confidential, nothing employer-owned. Do not edit around it.</a:t>
            </a:r>
          </a:p>
          <a:p>
            <a:r>
              <a:t>The narrowest-capability rule is the teaching point of this slide. Temidayo models it on herself and then extends it to the viewer: "I should not turn that into a claim that I can transform every employee experience problem, and I do not want you to overreach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4 — main slide 9.</a:t>
            </a:r>
          </a:p>
          <a:p>
            <a:r>
              <a:t>Timing: approximately 5:50.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spoken: nothing confidential, nothing employer-owned. Do not edit around it.</a:t>
            </a:r>
          </a:p>
          <a:p>
            <a:r>
              <a:t>The narrowest-capability rule is the teaching point of this slide. Temidayo models it on herself and then extends it to the viewer: "I should not turn that into a claim that I can transform every employee experience problem, and I do not want you to overreach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4 — main slide 9.</a:t>
            </a:r>
          </a:p>
          <a:p>
            <a:r>
              <a:t>Timing: approximately 5:50.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spoken: nothing confidential, nothing employer-owned. Do not edit around it.</a:t>
            </a:r>
          </a:p>
          <a:p>
            <a:r>
              <a:t>The narrowest-capability rule is the teaching point of this slide. Temidayo models it on herself and then extends it to the viewer: "I should not turn that into a claim that I can transform every employee experience problem, and I do not want you to overreach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4 of 4 — main slide 9.</a:t>
            </a:r>
          </a:p>
          <a:p>
            <a:r>
              <a:t>Timing: approximately 5:50.</a:t>
            </a:r>
          </a:p>
          <a:p>
            <a:r>
              <a:t>Reveal the four lines: the situation, my role, what changed, what this shows.</a:t>
            </a:r>
          </a:p>
          <a:p>
            <a:r>
              <a:t>The permitted-record boundary is spoken: nothing confidential, nothing employer-owned. Do not edit around it.</a:t>
            </a:r>
          </a:p>
          <a:p>
            <a:r>
              <a:t>The narrowest-capability rule is the teaching point of this slide. Temidayo models it on herself and then extends it to the viewer: "I should not turn that into a claim that I can transform every employee experience problem, and I do not want you to overreach either."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10.</a:t>
            </a:r>
          </a:p>
          <a:p>
            <a:r>
              <a:t>Timing: approximately 7:09.</a:t>
            </a:r>
          </a:p>
          <a:p>
            <a:r>
              <a:t>The consolidation card. Reveal the three practices in order.</a:t>
            </a:r>
          </a:p>
          <a:p>
            <a:r>
              <a:t>"They helped me avoid two mistakes: assuming that everything transfers, and assuming that nothing does." Both halves matter; do not cut either.</a:t>
            </a:r>
          </a:p>
          <a:p>
            <a:r>
              <a:t>Do not add a fourth practice, an acronym or the Career Evidence 3 Cs. The three practices are the only memory device in this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1 of 3 — main slide 11.</a:t>
            </a:r>
          </a:p>
          <a:p>
            <a:r>
              <a:t>Timing: approximately 7:51.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the frame long enough for that to be possible.</a:t>
            </a:r>
          </a:p>
          <a:p>
            <a:r>
              <a:t>Close on the reframe: you are not trying to prove you will never need to learn anything new, you are trying to avoid starting over where you already have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2 of 3 — main slide 11.</a:t>
            </a:r>
          </a:p>
          <a:p>
            <a:r>
              <a:t>Timing: approximately 7:51.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the frame long enough for that to be possible.</a:t>
            </a:r>
          </a:p>
          <a:p>
            <a:r>
              <a:t>Close on the reframe: you are not trying to prove you will never need to learn anything new, you are trying to avoid starting over where you already have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 frame 3 of 3 — main slide 11.</a:t>
            </a:r>
          </a:p>
          <a:p>
            <a:r>
              <a:t>Timing: approximately 7:51.</a:t>
            </a:r>
          </a:p>
          <a:p>
            <a:r>
              <a:t>Reveal the three questions one at a time.</a:t>
            </a:r>
          </a:p>
          <a:p>
            <a:r>
              <a:t>"Pause here if you want to write them down." Hold the frame long enough for that to be possible.</a:t>
            </a:r>
          </a:p>
          <a:p>
            <a:r>
              <a:t>Close on the reframe: you are not trying to prove you will never need to learn anything new, you are trying to avoid starting over where you already have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12.</a:t>
            </a:r>
          </a:p>
          <a:p>
            <a:r>
              <a:t>Timing: approximately 8:43.</a:t>
            </a:r>
          </a:p>
          <a:p>
            <a:r>
              <a:t>Calm and brief. This is the only resource invitation in the video, and it is the FREE Career Evidence Starter.</a:t>
            </a:r>
          </a:p>
          <a:p>
            <a:r>
              <a:t>Exact invitation, verbatim from the v4.0 script:</a:t>
            </a:r>
          </a:p>
          <a:p>
            <a:r>
              <a:t>"If you want to try this on one real accomplishment of yours, I made a free Career Evidence Starter. It takes about 10 to 15 focused minutes and helps you turn one piece of work into a portable Proof Line. I've linked it below."</a:t>
            </a:r>
          </a:p>
          <a:p>
            <a:r>
              <a:t>The supporting artwork on this slide is the REAL Career Evidence Starter artifact: the cover in front, the Portable Proof Line page behind. No Field Kit imagery remains anywhere in either deck; do not restore it. Use the direct public landing-page URL only — no PDF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Single-state frame — main slide 13.</a:t>
            </a:r>
          </a:p>
          <a:p>
            <a:r>
              <a:t>Timing: approximately 9:01 to the end, about 9:43.</a:t>
            </a:r>
          </a:p>
          <a:p>
            <a:r>
              <a:t>The card reads "Is Your Job Making You Less Marketable?", which is the locked Video 2 title and matches what Temidayo says.</a:t>
            </a:r>
          </a:p>
          <a:p>
            <a:r>
              <a:t>Closing lines: "You do not have to erase your career to change jobs. But you do need to know what you are carrying." Stay on her for both.</a:t>
            </a:r>
          </a:p>
          <a:p>
            <a:r>
              <a:t>Do not summarize this video again.</a:t>
            </a:r>
          </a:p>
          <a:p>
            <a:r>
              <a:t>The right side of the frame is left open for the YouTube linked-video end-screen element. Hold the final frame for at least 12 seconds. Do not leave Subscribe as the only end-screen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EVIDENCE 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ACCOMPLISHMENT →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PORTABLE PROOF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Turn one accomplishment into proof you can use in a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performance review, interview, internal move or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career pivot.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temidayoafonja.com/career-evidence-starter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