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0:00-0:35</a:t>
            </a:r>
          </a:p>
          <a:p/>
          <a:p>
            <a:r>
              <a:t>Begin full-screen on Temidayo rather than on the slide.</a:t>
            </a:r>
          </a:p>
          <a:p/>
          <a:p>
            <a:r>
              <a:t>Exact opening:</a:t>
            </a:r>
          </a:p>
          <a:p/>
          <a:p>
            <a:r>
              <a:t>"If you are considering a different job, function or industry, one of the</a:t>
            </a:r>
          </a:p>
          <a:p>
            <a:r>
              <a:t>hardest questions is whether the experience you already have will still</a:t>
            </a:r>
          </a:p>
          <a:p>
            <a:r>
              <a:t>count. I have changed the kind of work I do several times without treating</a:t>
            </a:r>
          </a:p>
          <a:p>
            <a:r>
              <a:t>each move as a return to zero. In this video, I will show you three</a:t>
            </a:r>
          </a:p>
          <a:p>
            <a:r>
              <a:t>questions I use to identify what my experience has built, explain one</a:t>
            </a:r>
          </a:p>
          <a:p>
            <a:r>
              <a:t>result in language another employer can understand and decide what</a:t>
            </a:r>
          </a:p>
          <a:p>
            <a:r>
              <a:t>evidence to preserve before I move."</a:t>
            </a:r>
          </a:p>
          <a:p/>
          <a:p>
            <a:r>
              <a:t>Move to the title slide after introducing the three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0:35-1:35</a:t>
            </a:r>
          </a:p>
          <a:p/>
          <a:p>
            <a:r>
              <a:t>Speak naturally from the career sequence. Do not read the slide.</a:t>
            </a:r>
          </a:p>
          <a:p/>
          <a:p>
            <a:r>
              <a:t>Use this transition:</a:t>
            </a:r>
          </a:p>
          <a:p/>
          <a:p>
            <a:r>
              <a:t>"The continuity was not always visible in the job titles. I had to look</a:t>
            </a:r>
          </a:p>
          <a:p>
            <a:r>
              <a:t>underneath them and ask what the work had actually trained me to do."</a:t>
            </a:r>
          </a:p>
          <a:p/>
          <a:p>
            <a:r>
              <a:t>Keep the camera in the upper-left safe area while the timeline 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1:35-1:43</a:t>
            </a:r>
          </a:p>
          <a:p/>
          <a:p>
            <a:r>
              <a:t>A section break, four to seven seconds, while you name the first idea.</a:t>
            </a:r>
          </a:p>
          <a:p/>
          <a:p>
            <a:r>
              <a:t>Do not teach it here. The Move One slide follows.</a:t>
            </a:r>
          </a:p>
          <a:p/>
          <a:p>
            <a:r>
              <a:t>Only this idea is on screen. The second and third come later, each in its</a:t>
            </a:r>
          </a:p>
          <a:p>
            <a:r>
              <a:t>own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1:43-3:05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1:43-3:05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1:43-3:05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3:05-3:13</a:t>
            </a:r>
          </a:p>
          <a:p/>
          <a:p>
            <a:r>
              <a:t>A section break, four to seven seconds, while you name the second idea.</a:t>
            </a:r>
          </a:p>
          <a:p/>
          <a:p>
            <a:r>
              <a:t>Do not restate the first idea. Move Two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3:13-4:05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3:13-4:05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4:05-4:50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onboarding redesign I led with my team. The number becomes</a:t>
            </a:r>
          </a:p>
          <a:p>
            <a:r>
              <a:t>useful because I can explain what it measured, what changed and what I</a:t>
            </a:r>
          </a:p>
          <a:p>
            <a:r>
              <a:t>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4:05-4:50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onboarding redesign I led with my team. The number becomes</a:t>
            </a:r>
          </a:p>
          <a:p>
            <a:r>
              <a:t>useful because I can explain what it measured, what changed and what I</a:t>
            </a:r>
          </a:p>
          <a:p>
            <a:r>
              <a:t>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4:50-4:58</a:t>
            </a:r>
          </a:p>
          <a:p/>
          <a:p>
            <a:r>
              <a:t>A section break, four to seven seconds, while you name the third idea.</a:t>
            </a:r>
          </a:p>
          <a:p/>
          <a:p>
            <a:r>
              <a:t>Do not restate the first two. Move Three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4:58-6:25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4:58-6:25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4:58-6:25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4:58-6:25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6:25-6:40</a:t>
            </a:r>
          </a:p>
          <a:p/>
          <a:p>
            <a:r>
              <a:t>The first and only moment all three appear together.</a:t>
            </a:r>
          </a:p>
          <a:p/>
          <a:p>
            <a:r>
              <a:t>Name them once, in order, then move to the viewer exercise. Do not teach</a:t>
            </a:r>
          </a:p>
          <a:p>
            <a:r>
              <a:t>them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7:45-8:20</a:t>
            </a:r>
          </a:p>
          <a:p/>
          <a:p>
            <a:r>
              <a:t>Exact invitation:</a:t>
            </a:r>
          </a:p>
          <a:p/>
          <a:p>
            <a:r>
              <a:t>"If these questions are showing you that you need a fuller reading of what</a:t>
            </a:r>
          </a:p>
          <a:p>
            <a:r>
              <a:t>your current work is building, the Capability Formation Field Kit will help</a:t>
            </a:r>
          </a:p>
          <a:p>
            <a:r>
              <a:t>you complete that assessment privately using evidence from the last 90</a:t>
            </a:r>
          </a:p>
          <a:p>
            <a:r>
              <a:t>days."</a:t>
            </a:r>
          </a:p>
          <a:p/>
          <a:p>
            <a:r>
              <a:t>Keep the delivery calm and brief. This is the only purchase invitation in</a:t>
            </a:r>
          </a:p>
          <a:p>
            <a:r>
              <a:t>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8:20-9:00</a:t>
            </a:r>
          </a:p>
          <a:p/>
          <a:p>
            <a:r>
              <a:t>Exact bridge:</a:t>
            </a:r>
          </a:p>
          <a:p/>
          <a:p>
            <a:r>
              <a:t>"In the next video, I will show you how to recognize when you are still</a:t>
            </a:r>
          </a:p>
          <a:p>
            <a:r>
              <a:t>performing well but the work is no longer expanding your skills or future</a:t>
            </a:r>
          </a:p>
          <a:p>
            <a:r>
              <a:t>options."</a:t>
            </a:r>
          </a:p>
          <a:p/>
          <a:p>
            <a:r>
              <a:t>Do not summarize the current video again.</a:t>
            </a:r>
          </a:p>
          <a:p/>
          <a:p>
            <a:r>
              <a:t>The right side of this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ONE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I Changed Jobs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My Career 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-portrait-wine.png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9017000" y="584200"/>
            <a:ext cx="2540000" cy="317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17000" y="584200"/>
            <a:ext cx="2540000" cy="31750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CAREER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798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connected those career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132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Accounting and audit trained me to look for evidence, controls, risk and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a system was failing to reveal. I carried that way of seeing into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cybersecurity and later into people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2000" y="5473700"/>
            <a:ext cx="8191500" cy="1905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68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ACCOUNTING &amp; AUDIT</a:t>
            </a:r>
          </a:p>
        </p:txBody>
      </p:sp>
      <p:sp>
        <p:nvSpPr>
          <p:cNvPr id="11" name="Oval 10"/>
          <p:cNvSpPr/>
          <p:nvPr/>
        </p:nvSpPr>
        <p:spPr>
          <a:xfrm>
            <a:off x="46990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CYBERSECURITY</a:t>
            </a:r>
          </a:p>
        </p:txBody>
      </p:sp>
      <p:sp>
        <p:nvSpPr>
          <p:cNvPr id="13" name="Oval 12"/>
          <p:cNvSpPr/>
          <p:nvPr/>
        </p:nvSpPr>
        <p:spPr>
          <a:xfrm>
            <a:off x="7429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9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PEOPLE STRATEGY</a:t>
            </a:r>
          </a:p>
        </p:txBody>
      </p:sp>
      <p:sp>
        <p:nvSpPr>
          <p:cNvPr id="15" name="Oval 14"/>
          <p:cNvSpPr/>
          <p:nvPr/>
        </p:nvSpPr>
        <p:spPr>
          <a:xfrm>
            <a:off x="10115550" y="5375275"/>
            <a:ext cx="215900" cy="2159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6121400"/>
            <a:ext cx="1085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Along the way: consulting, life sciences,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has the work actually trained you to 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1536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1155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could I do in another setting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because of what I learned here?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changed because you were there?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another employer</a:t>
            </a:r>
            <a:br/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386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an onboarding redesign with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team. One measure of how well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felt integrated moved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47 to 75.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683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redesign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Capture the context, your role and what changed.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495544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457444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can diagnose a weak point in the employee experience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and lead a redesign that improves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1622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27812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could I still do if the title,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employer or industry changed?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FREE CAREER EVIDENCE 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ACCOMPLISHMENT →</a:t>
            </a:r>
            <a:br/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PORTABLE PROOF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Turn one accomplishment into proof you can use in a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performance review, interview, internal move or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career pivot.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temidayoafonja.com/career-evidence-starter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410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