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these questions are showing you that you need a fuller reading of what</a:t>
            </a:r>
          </a:p>
          <a:p>
            <a:r>
              <a:t>your current work is building, the Capability Formation Field Kit will help</a:t>
            </a:r>
          </a:p>
          <a:p>
            <a:r>
              <a:t>you complete that assessment privately using evidence from the last 90</a:t>
            </a:r>
          </a:p>
          <a:p>
            <a:r>
              <a:t>days."</a:t>
            </a:r>
          </a:p>
          <a:p/>
          <a:p>
            <a:r>
              <a:t>Keep the delivery calm and brief. This is the only purchase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CAPABILITY FORMATION FIELD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your job still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building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Complete a private, evidence-led career position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assessment using the last 90 days of your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actual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