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Single-state frame — main slide 1.</a:t>
            </a:r>
          </a:p>
          <a:p>
            <a:r>
              <a:t>Timing: approximately 0:39 to 1:31.</a:t>
            </a:r>
          </a:p>
          <a:p>
            <a:r>
              <a:t>Do NOT open on this slide. Begin full-screen on Temidayo and let the whole opening land first: the viewer's situation, the question underneath it, "I know that question, I have had to answer it more than once", the honest answer, and the three-practice promise.</a:t>
            </a:r>
          </a:p>
          <a:p>
            <a:r>
              <a:t>Recognition comes before anything is taught. Nothing may cut into that.</a:t>
            </a:r>
          </a:p>
          <a:p>
            <a:r>
              <a:t>Bring the title up under the channel line, then hold for the promise boundary: "I cannot tell you that everything transfers, because it does not."</a:t>
            </a:r>
          </a:p>
          <a:p>
            <a:r>
              <a:t>That refusal is what makes the rest of the video believable. Do not soften it.</a:t>
            </a:r>
          </a:p>
          <a:p>
            <a:r>
              <a:t>The on-screen deck title and the public YouTube title differ intentionally. Do not change the title slide to match the public 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Single-state frame — main slide 2.</a:t>
            </a:r>
          </a:p>
          <a:p>
            <a:r>
              <a:t>Timing: approximately 1:31.</a:t>
            </a:r>
          </a:p>
          <a:p>
            <a:r>
              <a:t>The chronology lives on the slide. Temidayo does not read it back.</a:t>
            </a:r>
          </a:p>
          <a:p>
            <a:r>
              <a:t>This is the belonging and lived-proof section. She names the December 2008 accounting degree and the financial crisis exactly as spoken, the real relearning in every move, going back to school, and preparing for a professional certification she did not pass on the first attempt.</a:t>
            </a:r>
          </a:p>
          <a:p>
            <a:r>
              <a:t>That non-pass is not a throwaway. It is what earns the "not everything transfers" boundary, and it is why "I am not being modest, I have paid for that lesson" works. Do not cut either.</a:t>
            </a:r>
          </a:p>
          <a:p>
            <a:r>
              <a:t>Then the turn: she did not carry the tasks forward, she carried the kind of work people kept trusting her with. And the question she asks herself changes.</a:t>
            </a:r>
          </a:p>
          <a:p>
            <a:r>
              <a:t>Temidayo is evidence here, not the hero. If a cut makes her the subject rather than the proof, it is the wrong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Single-state frame — main slide 3.</a:t>
            </a:r>
          </a:p>
          <a:p>
            <a:r>
              <a:t>Timing: approximately 3:09, holding to about 3:13.</a:t>
            </a:r>
          </a:p>
          <a:p>
            <a:r>
              <a:t>Section card. Hold briefly, then back to presenter.</a:t>
            </a:r>
          </a:p>
          <a:p>
            <a:r>
              <a:t>Note that the framework does not arrive until now, at over three minutes. That is deliberate under v5.0: the viewer is identified before they are educated.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1 of 3 — main slide 4.</a:t>
            </a:r>
          </a:p>
          <a:p>
            <a:r>
              <a:t>Timing: approximately 3:13.</a:t>
            </a:r>
          </a:p>
          <a:p>
            <a:r>
              <a:t>Reveal the three questions as they are asked.</a:t>
            </a:r>
          </a:p>
          <a:p>
            <a:r>
              <a:t>"The questions on screen are the ones I use, and I would like you to use them on yourself." Keep her on camera for it.</a:t>
            </a:r>
          </a:p>
          <a:p>
            <a:r>
              <a:t>The warning in this section is "a word is not evidence". The exercise — three moments where people relied on your judgment, then the verb that repeats — is the practical core. Give it room.</a:t>
            </a:r>
          </a:p>
          <a:p>
            <a:r>
              <a:t>Close on the boundary: capability can travel while the context still has to be learned. "That is not starting from zero. That is bringing something proven into a real learning curve."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2 of 3 — main slide 4.</a:t>
            </a:r>
          </a:p>
          <a:p>
            <a:r>
              <a:t>Timing: approximately 3:13.</a:t>
            </a:r>
          </a:p>
          <a:p>
            <a:r>
              <a:t>Reveal the three questions as they are asked.</a:t>
            </a:r>
          </a:p>
          <a:p>
            <a:r>
              <a:t>"The questions on screen are the ones I use, and I would like you to use them on yourself." Keep her on camera for it.</a:t>
            </a:r>
          </a:p>
          <a:p>
            <a:r>
              <a:t>The warning in this section is "a word is not evidence". The exercise — three moments where people relied on your judgment, then the verb that repeats — is the practical core. Give it room.</a:t>
            </a:r>
          </a:p>
          <a:p>
            <a:r>
              <a:t>Close on the boundary: capability can travel while the context still has to be learned. "That is not starting from zero. That is bringing something proven into a real learning curve."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3 of 3 — main slide 4.</a:t>
            </a:r>
          </a:p>
          <a:p>
            <a:r>
              <a:t>Timing: approximately 3:13.</a:t>
            </a:r>
          </a:p>
          <a:p>
            <a:r>
              <a:t>Reveal the three questions as they are asked.</a:t>
            </a:r>
          </a:p>
          <a:p>
            <a:r>
              <a:t>"The questions on screen are the ones I use, and I would like you to use them on yourself." Keep her on camera for it.</a:t>
            </a:r>
          </a:p>
          <a:p>
            <a:r>
              <a:t>The warning in this section is "a word is not evidence". The exercise — three moments where people relied on your judgment, then the verb that repeats — is the practical core. Give it room.</a:t>
            </a:r>
          </a:p>
          <a:p>
            <a:r>
              <a:t>Close on the boundary: capability can travel while the context still has to be learned. "That is not starting from zero. That is bringing something proven into a real learning curve."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Single-state frame — main slide 5.</a:t>
            </a:r>
          </a:p>
          <a:p>
            <a:r>
              <a:t>Timing: approximately 4:57, holding to about 5:02.</a:t>
            </a:r>
          </a:p>
          <a:p>
            <a:r>
              <a:t>Section card. Hold briefly, then back to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1 of 2 — main slide 6.</a:t>
            </a:r>
          </a:p>
          <a:p>
            <a:r>
              <a:t>Timing: approximately 5:02.</a:t>
            </a:r>
          </a:p>
          <a:p>
            <a:r>
              <a:t>Show the internal description first, then the version that carries.</a:t>
            </a:r>
          </a:p>
          <a:p>
            <a:r>
              <a:t>The point is explicitly NOT that a number is better: "That sentence is not better because it has a number in it." Keep that qualifier — it is the whole teaching point of the slide.</a:t>
            </a:r>
          </a:p>
          <a:p>
            <a:r>
              <a:t>Three questions follow: what was different because I was there, what became clearer or faster or safer or more possible, and what can I say without stretching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2 of 2 — main slide 6.</a:t>
            </a:r>
          </a:p>
          <a:p>
            <a:r>
              <a:t>Timing: approximately 5:02.</a:t>
            </a:r>
          </a:p>
          <a:p>
            <a:r>
              <a:t>Show the internal description first, then the version that carries.</a:t>
            </a:r>
          </a:p>
          <a:p>
            <a:r>
              <a:t>The point is explicitly NOT that a number is better: "That sentence is not better because it has a number in it." Keep that qualifier — it is the whole teaching point of the slide.</a:t>
            </a:r>
          </a:p>
          <a:p>
            <a:r>
              <a:t>Three questions follow: what was different because I was there, what became clearer or faster or safer or more possible, and what can I say without stretching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1 of 2 — main slide 7.</a:t>
            </a:r>
          </a:p>
          <a:p>
            <a:r>
              <a:t>Timing: approximately 6:09.</a:t>
            </a:r>
          </a:p>
          <a:p>
            <a:r>
              <a:t>The bounded result slide. Reveal 47, then 75.</a:t>
            </a:r>
          </a:p>
          <a:p>
            <a:r>
              <a:t>FACTUAL BOUNDARY, spoken aloud and not to be trimmed: ONE measure of how well new hires felt integrated, not a claim about everything the redesign touched; and team work that Temidayo LED, not solo work.</a:t>
            </a:r>
          </a:p>
          <a:p>
            <a:r>
              <a:t>The v5.0 line to protect is "People trust the person who tells them the edges of their own claim." That is the reason this slide exists.</a:t>
            </a:r>
          </a:p>
          <a:p>
            <a:r>
              <a:t>Do not add the ~30% retention improvement or the &gt;$2M avoided-turnover figure. Neither is in this video and neither may appear in any graphic or caption.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2 of 2 — main slide 7.</a:t>
            </a:r>
          </a:p>
          <a:p>
            <a:r>
              <a:t>Timing: approximately 6:09.</a:t>
            </a:r>
          </a:p>
          <a:p>
            <a:r>
              <a:t>The bounded result slide. Reveal 47, then 75.</a:t>
            </a:r>
          </a:p>
          <a:p>
            <a:r>
              <a:t>FACTUAL BOUNDARY, spoken aloud and not to be trimmed: ONE measure of how well new hires felt integrated, not a claim about everything the redesign touched; and team work that Temidayo LED, not solo work.</a:t>
            </a:r>
          </a:p>
          <a:p>
            <a:r>
              <a:t>The v5.0 line to protect is "People trust the person who tells them the edges of their own claim." That is the reason this slide exists.</a:t>
            </a:r>
          </a:p>
          <a:p>
            <a:r>
              <a:t>Do not add the ~30% retention improvement or the &gt;$2M avoided-turnover figure. Neither is in this video and neither may appear in any graphic or caption.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Single-state frame — main slide 8.</a:t>
            </a:r>
          </a:p>
          <a:p>
            <a:r>
              <a:t>Timing: approximately 6:52, holding to about 6:57.</a:t>
            </a:r>
          </a:p>
          <a:p>
            <a:r>
              <a:t>Section card. Hold briefly, then back to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1 of 4 — main slide 9.</a:t>
            </a:r>
          </a:p>
          <a:p>
            <a:r>
              <a:t>Timing: approximately 6:57.</a:t>
            </a:r>
          </a:p>
          <a:p>
            <a:r>
              <a:t>Reveal the four lines: the situation, my role, what changed, what this shows.</a:t>
            </a:r>
          </a:p>
          <a:p>
            <a:r>
              <a:t>The permitted-record boundary is spoken — in your own words, nothing confidential, nothing employer-owned. Do not edit around it.</a:t>
            </a:r>
          </a:p>
          <a:p>
            <a:r>
              <a:t>The "what this shows" line is the honesty test: the smallest claim the evidence can hold. Temidayo models it on herself first, then extends it to the viewer: "I do not want you to stretch yours either."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2 of 4 — main slide 9.</a:t>
            </a:r>
          </a:p>
          <a:p>
            <a:r>
              <a:t>Timing: approximately 6:57.</a:t>
            </a:r>
          </a:p>
          <a:p>
            <a:r>
              <a:t>Reveal the four lines: the situation, my role, what changed, what this shows.</a:t>
            </a:r>
          </a:p>
          <a:p>
            <a:r>
              <a:t>The permitted-record boundary is spoken — in your own words, nothing confidential, nothing employer-owned. Do not edit around it.</a:t>
            </a:r>
          </a:p>
          <a:p>
            <a:r>
              <a:t>The "what this shows" line is the honesty test: the smallest claim the evidence can hold. Temidayo models it on herself first, then extends it to the viewer: "I do not want you to stretch yours either."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3 of 4 — main slide 9.</a:t>
            </a:r>
          </a:p>
          <a:p>
            <a:r>
              <a:t>Timing: approximately 6:57.</a:t>
            </a:r>
          </a:p>
          <a:p>
            <a:r>
              <a:t>Reveal the four lines: the situation, my role, what changed, what this shows.</a:t>
            </a:r>
          </a:p>
          <a:p>
            <a:r>
              <a:t>The permitted-record boundary is spoken — in your own words, nothing confidential, nothing employer-owned. Do not edit around it.</a:t>
            </a:r>
          </a:p>
          <a:p>
            <a:r>
              <a:t>The "what this shows" line is the honesty test: the smallest claim the evidence can hold. Temidayo models it on herself first, then extends it to the viewer: "I do not want you to stretch yours either."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4 of 4 — main slide 9.</a:t>
            </a:r>
          </a:p>
          <a:p>
            <a:r>
              <a:t>Timing: approximately 6:57.</a:t>
            </a:r>
          </a:p>
          <a:p>
            <a:r>
              <a:t>Reveal the four lines: the situation, my role, what changed, what this shows.</a:t>
            </a:r>
          </a:p>
          <a:p>
            <a:r>
              <a:t>The permitted-record boundary is spoken — in your own words, nothing confidential, nothing employer-owned. Do not edit around it.</a:t>
            </a:r>
          </a:p>
          <a:p>
            <a:r>
              <a:t>The "what this shows" line is the honesty test: the smallest claim the evidence can hold. Temidayo models it on herself first, then extends it to the viewer: "I do not want you to stretch yours either."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Single-state frame — main slide 10.</a:t>
            </a:r>
          </a:p>
          <a:p>
            <a:r>
              <a:t>Timing: approximately 8:26.</a:t>
            </a:r>
          </a:p>
          <a:p>
            <a:r>
              <a:t>The consolidation card, and then the most important stretch in the video.</a:t>
            </a:r>
          </a:p>
          <a:p>
            <a:r>
              <a:t>Reveal the three practices in order. Then two mistakes: assuming everything transfers, and assuming nothing does. Both halves matter.</a:t>
            </a:r>
          </a:p>
          <a:p>
            <a:r>
              <a:t>Then the honest limits — this will not stop a restructure, will not decide a hiring market, will not remove caregiving, money, health, timing or geography from the decision. Do not cut them to save time; they are why the promise is credible.</a:t>
            </a:r>
          </a:p>
          <a:p>
            <a:r>
              <a:t>IDENTITY EXIT, at about 9:22: "I am not only trying to help you get through one job change. I want you to get to the point where a new context does not make you forget what you already know how to do."</a:t>
            </a:r>
          </a:p>
          <a:p>
            <a:r>
              <a:t>That is the point of the video. If the edit runs long, cut something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1 of 3 — main slide 11.</a:t>
            </a:r>
          </a:p>
          <a:p>
            <a:r>
              <a:t>Timing: approximately 9:50.</a:t>
            </a:r>
          </a:p>
          <a:p>
            <a:r>
              <a:t>Reveal the three questions one at a time.</a:t>
            </a:r>
          </a:p>
          <a:p>
            <a:r>
              <a:t>"Pause here if you want to write them down." Hold long enough for that to be possible.</a:t>
            </a:r>
          </a:p>
          <a:p>
            <a:r>
              <a:t>Close on the reframe: not proving you will never have to learn anything new, but not starting over where you already have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2 of 3 — main slide 11.</a:t>
            </a:r>
          </a:p>
          <a:p>
            <a:r>
              <a:t>Timing: approximately 9:50.</a:t>
            </a:r>
          </a:p>
          <a:p>
            <a:r>
              <a:t>Reveal the three questions one at a time.</a:t>
            </a:r>
          </a:p>
          <a:p>
            <a:r>
              <a:t>"Pause here if you want to write them down." Hold long enough for that to be possible.</a:t>
            </a:r>
          </a:p>
          <a:p>
            <a:r>
              <a:t>Close on the reframe: not proving you will never have to learn anything new, but not starting over where you already have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3 of 3 — main slide 11.</a:t>
            </a:r>
          </a:p>
          <a:p>
            <a:r>
              <a:t>Timing: approximately 9:50.</a:t>
            </a:r>
          </a:p>
          <a:p>
            <a:r>
              <a:t>Reveal the three questions one at a time.</a:t>
            </a:r>
          </a:p>
          <a:p>
            <a:r>
              <a:t>"Pause here if you want to write them down." Hold long enough for that to be possible.</a:t>
            </a:r>
          </a:p>
          <a:p>
            <a:r>
              <a:t>Close on the reframe: not proving you will never have to learn anything new, but not starting over where you already have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Single-state frame — main slide 12.</a:t>
            </a:r>
          </a:p>
          <a:p>
            <a:r>
              <a:t>Timing: approximately 10:48.</a:t>
            </a:r>
          </a:p>
          <a:p>
            <a:r>
              <a:t>Calm and brief. The only resource invitation in the video, and it is the FREE Career Evidence Starter.</a:t>
            </a:r>
          </a:p>
          <a:p>
            <a:r>
              <a:t>It lands AFTER the identity bridge, so it reads as the next step in what she has just described rather than an advert. Keep that order.</a:t>
            </a:r>
          </a:p>
          <a:p>
            <a:r>
              <a:t>Exact invitation, verbatim from the v5.0 script:</a:t>
            </a:r>
          </a:p>
          <a:p>
            <a:r>
              <a:t>"If you want to try this on one real thing you have done, I made a free Career Evidence Starter. It takes about 10 to 15 focused minutes, and you come out of it with one accomplishment turned into a portable proof line — one sentence you can actually use. I have linked it below."</a:t>
            </a:r>
          </a:p>
          <a:p>
            <a:r>
              <a:t>The artwork on this slide is the REAL Career Evidence Starter artifact: cover in front, Portable Proof Line page behind. No Field Kit imagery remains anywhere; do not restore it. Direct public landing-page URL only — no PDF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Single-state frame — main slide 13.</a:t>
            </a:r>
          </a:p>
          <a:p>
            <a:r>
              <a:t>Timing: approximately 11:10 to the end, about 11:54.</a:t>
            </a:r>
          </a:p>
          <a:p>
            <a:r>
              <a:t>The card reads "Is Your Job Making You Less Marketable?", the locked Video 2 title, matching what Temidayo says.</a:t>
            </a:r>
          </a:p>
          <a:p>
            <a:r>
              <a:t>Closing lines: "You do not have to erase your career to change jobs. But you do have to know what you are carrying." Stay on her for both.</a:t>
            </a:r>
          </a:p>
          <a:p>
            <a:r>
              <a:t>Do not summarize the video again.</a:t>
            </a:r>
          </a:p>
          <a:p>
            <a:r>
              <a:t>The right side of the frame is left open for the YouTube linked-video end-screen element. Hold the final frame for at least 12 seconds. Do not leave Subscribe as the only end-screen element.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29337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VIDEO ONE  ·  CAPABILITY FORMATION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33020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How I Changed Jobs</a:t>
            </a:r>
            <a:br/>
            <a:r>
              <a:rPr sz="5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Without Starting</a:t>
            </a:r>
            <a:br/>
            <a:r>
              <a:rPr sz="5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My Career Over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3600" y="5727700"/>
            <a:ext cx="1397000" cy="381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600" y="59817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Temidayo Afonja  ·  temidayoafonja.com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hoto-portrait-wine.png"/>
          <p:cNvPicPr>
            <a:picLocks noChangeAspect="1"/>
          </p:cNvPicPr>
          <p:nvPr/>
        </p:nvPicPr>
        <p:blipFill>
          <a:blip r:embed="rId2"/>
          <a:srcRect l="18" r="18"/>
          <a:stretch>
            <a:fillRect/>
          </a:stretch>
        </p:blipFill>
        <p:spPr>
          <a:xfrm>
            <a:off x="9017000" y="584200"/>
            <a:ext cx="2540000" cy="3175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17000" y="584200"/>
            <a:ext cx="2540000" cy="3175000"/>
          </a:xfrm>
          <a:prstGeom prst="rect">
            <a:avLst/>
          </a:prstGeom>
          <a:noFill/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31750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MY CAREER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4798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connected those career changes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013200"/>
            <a:ext cx="787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5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Accounting and audit trained me to look for evidence, controls, risk and</a:t>
            </a:r>
            <a:br/>
            <a:r>
              <a:rPr sz="145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a system was failing to reveal. I carried that way of seeing into</a:t>
            </a:r>
            <a:br/>
            <a:r>
              <a:rPr sz="145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cybersecurity and later into people strategy.</a:t>
            </a:r>
          </a:p>
        </p:txBody>
      </p:sp>
      <p:sp>
        <p:nvSpPr>
          <p:cNvPr id="8" name="Rectangle 7"/>
          <p:cNvSpPr/>
          <p:nvPr/>
        </p:nvSpPr>
        <p:spPr>
          <a:xfrm>
            <a:off x="2032000" y="5473700"/>
            <a:ext cx="8191500" cy="1905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68500" y="5419725"/>
            <a:ext cx="127000" cy="127000"/>
          </a:xfrm>
          <a:prstGeom prst="ellipse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85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ACCOUNTING &amp; AUDIT</a:t>
            </a:r>
          </a:p>
        </p:txBody>
      </p:sp>
      <p:sp>
        <p:nvSpPr>
          <p:cNvPr id="11" name="Oval 10"/>
          <p:cNvSpPr/>
          <p:nvPr/>
        </p:nvSpPr>
        <p:spPr>
          <a:xfrm>
            <a:off x="4699000" y="5419725"/>
            <a:ext cx="127000" cy="127000"/>
          </a:xfrm>
          <a:prstGeom prst="ellipse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CYBERSECURITY</a:t>
            </a:r>
          </a:p>
        </p:txBody>
      </p:sp>
      <p:sp>
        <p:nvSpPr>
          <p:cNvPr id="13" name="Oval 12"/>
          <p:cNvSpPr/>
          <p:nvPr/>
        </p:nvSpPr>
        <p:spPr>
          <a:xfrm>
            <a:off x="7429500" y="5419725"/>
            <a:ext cx="127000" cy="127000"/>
          </a:xfrm>
          <a:prstGeom prst="ellipse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95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PEOPLE STRATEGY</a:t>
            </a:r>
          </a:p>
        </p:txBody>
      </p:sp>
      <p:sp>
        <p:nvSpPr>
          <p:cNvPr id="15" name="Oval 14"/>
          <p:cNvSpPr/>
          <p:nvPr/>
        </p:nvSpPr>
        <p:spPr>
          <a:xfrm>
            <a:off x="10115550" y="5375275"/>
            <a:ext cx="215900" cy="215900"/>
          </a:xfrm>
          <a:prstGeom prst="ellips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900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CAPABILITY FORMATION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500" y="6121400"/>
            <a:ext cx="10858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Along the way: consulting, life sciences, technology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title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has the work actually trained you to do?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 the title.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9451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Name what the work has trained you to notice, decide and solve.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695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4000" y="3657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problems do people trust me to solve?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415163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 the title.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9451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Name what the work has trained you to notice, decide and solve.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695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4000" y="3657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problems do people trust me to solve?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415163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442468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" y="438658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decisions can I now make with better judgment?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488061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 the title.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9451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Name what the work has trained you to notice, decide and solve.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695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4000" y="3657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problems do people trust me to solve?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415163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442468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" y="438658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decisions can I now make with better judgment?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488061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000" y="515366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24000" y="511556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could I do in another setting</a:t>
            </a:r>
            <a:br/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because of what I learned here?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Explain what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work changed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changed because you were there?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Explain what the work changed.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Ask: What changed because I was there?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302000"/>
            <a:ext cx="4826000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302000"/>
            <a:ext cx="4826000" cy="50800"/>
          </a:xfrm>
          <a:prstGeom prst="rect">
            <a:avLst/>
          </a:prstGeom>
          <a:solidFill>
            <a:srgbClr val="5A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5941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Internal 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40386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Led an onboarding</a:t>
            </a:r>
            <a:br/>
            <a:r>
              <a:rPr sz="2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redesign.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Explain what the work changed.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Ask: What changed because I was there?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302000"/>
            <a:ext cx="4826000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302000"/>
            <a:ext cx="4826000" cy="50800"/>
          </a:xfrm>
          <a:prstGeom prst="rect">
            <a:avLst/>
          </a:prstGeom>
          <a:solidFill>
            <a:srgbClr val="5A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5941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Internal 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40386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Led an onboarding</a:t>
            </a:r>
            <a:br/>
            <a:r>
              <a:rPr sz="2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redesign.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1500" y="4191000"/>
            <a:ext cx="101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500" b="0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04000" y="3302000"/>
            <a:ext cx="4826000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04000" y="3302000"/>
            <a:ext cx="4826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83400" y="35941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another employer</a:t>
            </a:r>
            <a:br/>
            <a:r>
              <a:rPr sz="12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can understand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3400" y="4038600"/>
            <a:ext cx="438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led an onboarding redesign with</a:t>
            </a:r>
            <a:br/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team. One measure of how well</a:t>
            </a:r>
            <a:br/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hires felt integrated moved</a:t>
            </a:r>
            <a:br/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from 47 to 75.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One measure of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new-hire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10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 team result from a redesign I 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13000" y="33020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47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13000" y="56007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 spc="15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Before the redesign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One measure of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new-hire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10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 team result from a redesign I 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13000" y="33020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47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13000" y="56007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 spc="15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Before the redesign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07000" y="3683000"/>
            <a:ext cx="177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0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85000" y="33020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85000" y="56007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After the redesign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Capture the context, your role and what changed.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25552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Write a permitted, high-level account in your own words.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Leave confidential and employer-owned material 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327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hires needed a stronger integration experience.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2436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25552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Write a permitted, high-level account in your own words.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Leave confidential and employer-owned material 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327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hires needed a stronger integration experience.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2436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1400" y="3971036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My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3932936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led the onboarding redesign with my team.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1400" y="4360672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25552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Write a permitted, high-level account in your own words.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Leave confidential and employer-owned material 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327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hires needed a stronger integration experience.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2436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1400" y="3971036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My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3932936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led the onboarding redesign with my team.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1400" y="4360672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1400" y="4589272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changed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5000" y="4551172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One measure of how well new hires felt</a:t>
            </a:r>
            <a:br/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integrated moved from 47 to 75.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400" y="5266944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25552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Write a permitted, high-level account in your own words.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Leave confidential and employer-owned material 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327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hires needed a stronger integration experience.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2436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1400" y="3971036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My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3932936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led the onboarding redesign with my team.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1400" y="4360672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1400" y="4589272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changed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5000" y="4551172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One measure of how well new hires felt</a:t>
            </a:r>
            <a:br/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integrated moved from 47 to 75.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400" y="5266944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1400" y="5495544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this shows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5000" y="5457444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can diagnose a weak point in the employee experience</a:t>
            </a:r>
            <a:br/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and lead a redesign that improves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helped me carry</a:t>
            </a:r>
            <a:br/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experience forward.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3302000"/>
            <a:ext cx="3365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3302000"/>
            <a:ext cx="3365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1400" y="35941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400" y="4445000"/>
            <a:ext cx="2857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</a:t>
            </a:r>
            <a:br/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title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413250" y="3302000"/>
            <a:ext cx="3365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13250" y="3302000"/>
            <a:ext cx="3365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2650" y="35941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2650" y="4445000"/>
            <a:ext cx="2857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Explain what</a:t>
            </a:r>
            <a:br/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work changed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64500" y="3302000"/>
            <a:ext cx="3365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64500" y="3302000"/>
            <a:ext cx="3365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3900" y="35941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3900" y="4445000"/>
            <a:ext cx="2857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YOUR NEXT MOVE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Write down your answers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to these three questions.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187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3149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can I solve now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that I could not solve two years ago?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397891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YOUR NEXT MOVE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Write down your answers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to these three questions.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187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3149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can I solve now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that I could not solve two years ago?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397891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425196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" y="421386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result can I describe in language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another employer would understand?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000" y="504317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YOUR NEXT MOVE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Write down your answers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to these three questions.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187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3149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can I solve now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that I could not solve two years ago?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397891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425196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" y="421386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result can I describe in language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another employer would understand?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000" y="504317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531622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" y="527812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could I still do if the title,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employer or industry changed?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eldkit-pag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180000">
            <a:off x="6414655" y="1206500"/>
            <a:ext cx="2728191" cy="3530600"/>
          </a:xfrm>
          <a:prstGeom prst="rect">
            <a:avLst/>
          </a:prstGeom>
        </p:spPr>
      </p:pic>
      <p:pic>
        <p:nvPicPr>
          <p:cNvPr id="4" name="Picture 3" descr="fieldkit-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6232" y="812800"/>
            <a:ext cx="3552536" cy="4597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9845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FREE CAREER EVIDENCE STARTER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289300"/>
            <a:ext cx="558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ONE ACCOMPLISHMENT →</a:t>
            </a:r>
            <a:br/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ONE PORTABLE PROOF 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394200"/>
            <a:ext cx="533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Turn one accomplishment into proof you can use in a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performance review, interview, internal move or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career pivot.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5372100"/>
            <a:ext cx="4572000" cy="6096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5372100"/>
            <a:ext cx="4572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temidayoafonja.com/career-evidence-starter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933700"/>
            <a:ext cx="571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276600"/>
            <a:ext cx="609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Is Your Job</a:t>
            </a:r>
            <a:br/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Making You Less</a:t>
            </a:r>
            <a:br/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Marketable?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5410200"/>
            <a:ext cx="1270000" cy="381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871200" y="589280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131550" y="5892800"/>
            <a:ext cx="203200" cy="2032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871200" y="615315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131550" y="615315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