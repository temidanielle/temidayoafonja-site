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V5_MG01_Respected_But_Hard_To_Place.png  (MG01)</a:t>
            </a:r>
          </a:p>
          <a:p/>
          <a:p>
            <a:r>
              <a:t>On screen: RESPECTED. BUT HARD TO PLACE.</a:t>
            </a:r>
          </a:p>
          <a:p/>
          <a:p>
            <a:r>
              <a:t>Script: "People can respect your experience and still have no idea what to do with you."</a:t>
            </a:r>
          </a:p>
          <a:p/>
          <a:p>
            <a:r>
              <a:t>Purpose: The tension of the video, on screen in the first thirty seconds.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V5_MG02_Sorting_Mechanism.png  (MG02)</a:t>
            </a:r>
          </a:p>
          <a:p/>
          <a:p>
            <a:r>
              <a:t>On screen: MULTIPLE POSSIBLE CATEGORIES  to  NEAREST CATEGORY  to  A SMALLER BOX THAN YOUR ACTUAL CAPABILITY</a:t>
            </a:r>
          </a:p>
          <a:p/>
          <a:p>
            <a:r>
              <a:t>Script: "They grab the closest category they can see, and they put you there. And that category is often smaller than what you can actually do."</a:t>
            </a:r>
          </a:p>
          <a:p/>
          <a:p>
            <a:r>
              <a:t>Purpose: Shows the mechanism as three steps so the viewer stops reading it as unfairness and starts reading it as information they control.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V5_MG03_The_One_Line_Test.png  (MG03)</a:t>
            </a:r>
          </a:p>
          <a:p/>
          <a:p>
            <a:r>
              <a:t>On screen: CLAIM / SPINE / RECEIPTS</a:t>
            </a:r>
          </a:p>
          <a:p/>
          <a:p>
            <a:r>
              <a:t>Script: "That is where the One-Line Test comes in. Claim. Spine. Receipts."</a:t>
            </a:r>
          </a:p>
          <a:p/>
          <a:p>
            <a:r>
              <a:t>Purpose: The hero framework. Returns briefly at each of the three section changes.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V5_MG04_Sharper_Versus_Defensible.png  (MG04)</a:t>
            </a:r>
          </a:p>
          <a:p/>
          <a:p>
            <a:r>
              <a:t>On screen: SHARPER CLAIM vs DEFENSIBLE CLAIM</a:t>
            </a:r>
          </a:p>
          <a:p/>
          <a:p>
            <a:r>
              <a:t>Script: "So the sharper sentence was not the more defensible sentence... Choose the one you can defend."</a:t>
            </a:r>
          </a:p>
          <a:p/>
          <a:p>
            <a:r>
              <a:t>Purpose: The judgment call at the heart of the Claim section, shown as a trade rather than a mistake.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V5_MG05_Remove_The_Nouns.png  (MG05)</a:t>
            </a:r>
          </a:p>
          <a:p/>
          <a:p>
            <a:r>
              <a:t>On screen: REMOVE THE NOUNS  /  LOOK AT THE VERBS</a:t>
            </a:r>
          </a:p>
          <a:p/>
          <a:p>
            <a:r>
              <a:t>Script: "What broke it open was removing the nouns. Take out the industry. The system. The title. The employer. Look at the verbs."</a:t>
            </a:r>
          </a:p>
          <a:p/>
          <a:p>
            <a:r>
              <a:t>Purpose: Shows what to discard and what to look for. Hard to hold by ear, easy to hold on screen.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V5_MG06_Receipts.png  (MG06)</a:t>
            </a:r>
          </a:p>
          <a:p/>
          <a:p>
            <a:r>
              <a:t>On screen: DIFFERENT CONTEXTS. SAME CLAIM.</a:t>
            </a:r>
          </a:p>
          <a:p/>
          <a:p>
            <a:r>
              <a:t>Script: "Different organizations. Different years. Different outputs. Each Receipt stands on its own. And all three support the same Claim."</a:t>
            </a:r>
          </a:p>
          <a:p/>
          <a:p>
            <a:r>
              <a:t>Purpose: States the rule that governs all three Receipts, rather than putting three bounded evidence claims on screen where the qualifiers would shrink to nothing on a phone.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V5_MG07_Test_The_Claim.png  (MG07)</a:t>
            </a:r>
          </a:p>
          <a:p/>
          <a:p>
            <a:r>
              <a:t>On screen: Does their next question ask about YOUR HISTORY or THE PROBLEM?</a:t>
            </a:r>
          </a:p>
          <a:p/>
          <a:p>
            <a:r>
              <a:t>Script: "Listen to their next question."</a:t>
            </a:r>
          </a:p>
          <a:p/>
          <a:p>
            <a:r>
              <a:t>Purpose: Gives the test and how to read the result in one frame.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V5_MG08_Real_Limits.png  (MG08)</a:t>
            </a:r>
          </a:p>
          <a:p/>
          <a:p>
            <a:r>
              <a:t>On screen: A SENTENCE CANNOT ERASE: market conditions, bias, credentials, domain gaps, real experience gaps</a:t>
            </a:r>
          </a:p>
          <a:p/>
          <a:p>
            <a:r>
              <a:t>Script: "A better sentence cannot erase a weak market. It cannot erase bias or age discrimination."</a:t>
            </a:r>
          </a:p>
          <a:p/>
          <a:p>
            <a:r>
              <a:t>Purpose: Keeps the promise honest. Written as one line plus one sentence rather than a dense list, so it reads on a phone.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V5_CTA_Career_Evidence_Starter.png  (CTA)</a:t>
            </a:r>
          </a:p>
          <a:p/>
          <a:p>
            <a:r>
              <a:t>On screen: WRITE YOUR ONE-LINE CLAIM / Free 10-Minute Career Evidence Starter / temidayoafonja.com/career-evidence-starter</a:t>
            </a:r>
          </a:p>
          <a:p/>
          <a:p>
            <a:r>
              <a:t>Script: "If yes, write the Claim in the comments... I put the free 10-Minute Career Evidence Starter in the pinned comment."</a:t>
            </a:r>
          </a:p>
          <a:p/>
          <a:p>
            <a:r>
              <a:t>Purpose: Carries the spoken comment CTA and the pinned resource. No second product route in this video.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V5_WatchNext_Change_Jobs.png  (WN)</a:t>
            </a:r>
          </a:p>
          <a:p/>
          <a:p>
            <a:r>
              <a:t>On screen: WATCH NEXT: HOW TO CHANGE JOBS WITHOUT STARTING YOUR CAREER OVER</a:t>
            </a:r>
          </a:p>
          <a:p/>
          <a:p>
            <a:r>
              <a:t>Script: "Watch How to Change Jobs Without Starting Your Career Over next."</a:t>
            </a:r>
          </a:p>
          <a:p/>
          <a:p>
            <a:r>
              <a:t>Purpose: Final visual. Routes to Video 1, not back to Video 4. Right of frame kept clear for the clickable end-screen element.</a:t>
            </a:r>
          </a:p>
          <a:p>
            <a:r>
              <a:t>Hold: 10 to 14 seconds, through both closing lines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925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RESPECTED.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BUT HARD TO 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9501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They still may not know what to do with you.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SORTING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5625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48005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FIVE POSSIBLE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2275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4655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THEY PICK THE NEAREST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8924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1304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SMALLER BOX THAN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ONE-LINE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81000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73380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0451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52831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39902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2282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RECEIPTS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570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Claim gets you read. Spine makes you make sense. Receipts make you believable.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CHOOSING YOUR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339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Sharper is not always better.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SHARPER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Sounds stronger.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DEFENSIBLE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Survives “show me.”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51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Choose the one you can defend.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FINDING THE SPINE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5875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Remove the nouns.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4678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INDUSTRY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9682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46862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690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EMPLOYER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58368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0118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Look at the verbs.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43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DIFFERENT CONTEXTS.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SAME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9324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Each one has to make sense on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THE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339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Listen to their next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ABOUT YOUR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Still decoding.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ABOUT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is working.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51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“Tell me what you think I actually help with.”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REAL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209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SENTENCE</a:t>
            </a:r>
            <a:br/>
            <a:r>
              <a:rPr sz="4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CANNOT ERASE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216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weak market. Bias. A missing credential. A real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10-MINUTE CAREER EVIDENCE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your one-line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Claim in the comments.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Need help finding the proof underneath it?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