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V4_MG01_Stop_Explaining_In_Order.png  (MG01)</a:t>
            </a:r>
          </a:p>
          <a:p/>
          <a:p>
            <a:r>
              <a:t>On screen: STOP EXPLAINING YOUR CAREER IN ORDER.</a:t>
            </a:r>
          </a:p>
          <a:p/>
          <a:p>
            <a:r>
              <a:t>Script: "So here is the rule: Stop explaining your career in order."</a:t>
            </a:r>
          </a:p>
          <a:p/>
          <a:p>
            <a:r>
              <a:t>Purpose: The rule the whole video runs on, stated once at full size.</a:t>
            </a:r>
          </a:p>
          <a:p>
            <a:r>
              <a:t>Hold: 6 to 7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V4_MG02_Chapters_Spine_Next_Direction.png  (MG02)</a:t>
            </a:r>
          </a:p>
          <a:p/>
          <a:p>
            <a:r>
              <a:t>On screen: CHAPTERS / SPINE / NEXT DIRECTION</a:t>
            </a:r>
          </a:p>
          <a:p/>
          <a:p>
            <a:r>
              <a:t>Script: "All three versions use the same structure underneath. Chapters. Spine. Next Direction."</a:t>
            </a:r>
          </a:p>
          <a:p/>
          <a:p>
            <a:r>
              <a:t>Purpose: The hero framework. Returns briefly above each of the three versions.</a:t>
            </a:r>
          </a:p>
          <a:p>
            <a:r>
              <a:t>Hold: 9 to 10 seconds first time, 3 seconds on each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V4_MG03_Twenty_Second_Version.png  (MG03)</a:t>
            </a:r>
          </a:p>
          <a:p/>
          <a:p>
            <a:r>
              <a:t>On screen: I ...  /  I've done that in ...  /  Today I ...</a:t>
            </a:r>
          </a:p>
          <a:p/>
          <a:p>
            <a:r>
              <a:t>Script: "Your version is: I, and then the work pattern. I've done that in, and then two or three contexts. Today I, and then your current direction."</a:t>
            </a:r>
          </a:p>
          <a:p/>
          <a:p>
            <a:r>
              <a:t>Purpose: The template a viewer will pause and copy. It has to be readable in a screenshot.</a:t>
            </a:r>
          </a:p>
          <a:p>
            <a:r>
              <a:t>Hold: 10 to 12 seconds. The longest hold in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V4_MG04_Ninety_Second_Version.png  (MG04)</a:t>
            </a:r>
          </a:p>
          <a:p/>
          <a:p>
            <a:r>
              <a:t>On screen: CHAPTERS / SPINE / NEXT DIRECTION</a:t>
            </a:r>
          </a:p>
          <a:p/>
          <a:p>
            <a:r>
              <a:t>Script: "That is the ninety-second answer. Chapters. Spine. Next Direction."</a:t>
            </a:r>
          </a:p>
          <a:p/>
          <a:p>
            <a:r>
              <a:t>Purpose: Shows the same structure carrying a longer answer, so the viewer sees one system rather than three tricks.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V4_MG05_The_Objection.png  (MG05)</a:t>
            </a:r>
          </a:p>
          <a:p/>
          <a:p>
            <a:r>
              <a:t>On screen: WHY SO MANY CHANGES?</a:t>
            </a:r>
          </a:p>
          <a:p/>
          <a:p>
            <a:r>
              <a:t>Script: "Now the harder one. Why so many changes?"</a:t>
            </a:r>
          </a:p>
          <a:p/>
          <a:p>
            <a:r>
              <a:t>Purpose: Puts the actual question on screen, then reframes it before the answer is taught.</a:t>
            </a:r>
          </a:p>
          <a:p>
            <a:r>
              <a:t>Hold: 6 to 7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V4_MG06_Story_Explains_Proof_Supports.png  (MG06)</a:t>
            </a:r>
          </a:p>
          <a:p/>
          <a:p>
            <a:r>
              <a:t>On screen: A STORY EXPLAINS. PROOF SUPPORTS.</a:t>
            </a:r>
          </a:p>
          <a:p/>
          <a:p>
            <a:r>
              <a:t>Script: "And remember: A story explains. Proof supports."</a:t>
            </a:r>
          </a:p>
          <a:p/>
          <a:p>
            <a:r>
              <a:t>Purpose: The line that earns the resource bridge without turning the ending into a pitch.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V4_MG07_All_Three_Versions.png  (MG07)</a:t>
            </a:r>
          </a:p>
          <a:p/>
          <a:p>
            <a:r>
              <a:t>On screen: 20 SECONDS / 90 SECONDS / THE OBJECTION</a:t>
            </a:r>
          </a:p>
          <a:p/>
          <a:p>
            <a:r>
              <a:t>Script: "So now you have all three. The twenty-second version. The ninety-second version. The objection version."</a:t>
            </a:r>
          </a:p>
          <a:p/>
          <a:p>
            <a:r>
              <a:t>Purpose: Summary before the practice instruction.</a:t>
            </a:r>
          </a:p>
          <a:p>
            <a:r>
              <a:t>Hold: 6 to 7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V4_CTA_Career_Evidence_Starter.png  (CTA)</a:t>
            </a:r>
          </a:p>
          <a:p/>
          <a:p>
            <a:r>
              <a:t>On screen: SHARE YOUR 20-SECOND VERSION / Free 10-Minute Career Evidence Starter / temidayoafonja.com/career-evidence-starter</a:t>
            </a:r>
          </a:p>
          <a:p/>
          <a:p>
            <a:r>
              <a:t>Script: "If you get your twenty-second version working, put it in the comments... start with the free 10-Minute Career Evidence Starter in the pinned comment."</a:t>
            </a:r>
          </a:p>
          <a:p/>
          <a:p>
            <a:r>
              <a:t>Purpose: Carries the spoken comment CTA and the pinned resource in one card. Keep the Proof is not on this card; it stays in the description.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V4_WatchNext_Why_Nobody_Can_Tell.png  (WN)</a:t>
            </a:r>
          </a:p>
          <a:p/>
          <a:p>
            <a:r>
              <a:t>On screen: WATCH NEXT: WHY NOBODY CAN TELL WHAT YOU'RE ACTUALLY GOOD AT</a:t>
            </a:r>
          </a:p>
          <a:p/>
          <a:p>
            <a:r>
              <a:t>Script: "Watch Why Nobody Can Tell What You're Actually Good At next."</a:t>
            </a:r>
          </a:p>
          <a:p/>
          <a:p>
            <a:r>
              <a:t>Purpose: Final visual. The right of frame is left clear for the clickable YouTube end-screen element.</a:t>
            </a:r>
          </a:p>
          <a:p>
            <a:r>
              <a:t>Hold: 10 to 14 seconds, through both closing lines and past the last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51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STOP EXPLAINING</a:t>
            </a:r>
            <a:br/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CAREER</a:t>
            </a:r>
            <a:br/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 ORDER.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429152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Chronology makes them build the bridge.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STRUCTURE, THREE VERSIONS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7403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99783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CHAPTERS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11653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735453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549269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473069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NEXT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35038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detail changes. The structure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20 SECOND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7403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99783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11653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735453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I've done that in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549269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473069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Today I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35038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Work pattern. Two or three contexts. Current direction.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90 SECOND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7403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99783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CHAPTERS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11653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735453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549269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473069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NEXT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35038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Three chapters, not seven. Two examples, not five.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OBJECTION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29254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“WHY SO MANY</a:t>
            </a:r>
            <a:br/>
            <a:r>
              <a:rPr sz="4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CHANGES?”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95014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Often they just cannot see the pattern yet.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3209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STORY EXPLAINS.</a:t>
            </a:r>
            <a:br/>
            <a:r>
              <a:rPr sz="4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PROOF SUPPORTS.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392169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story gets the question. Evidence answers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 NOW HAVE ALL THREE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7403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99783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20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11653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735453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90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549269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473069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OBJECTION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35038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Say all three out loud before you need them.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10-MINUTE CAREER EVIDENCE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Share your 20-second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version in the comments.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Building the proof underneath the story? Start 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2458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26868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570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Why Nobody Can Tell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You're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Actually Good 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