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V4_MG01_Introduction_Or_Defense.png  (MG01)</a:t>
            </a:r>
          </a:p>
          <a:p/>
          <a:p>
            <a:r>
              <a:t>Status: REBUILD</a:t>
            </a:r>
          </a:p>
          <a:p/>
          <a:p>
            <a:r>
              <a:t>On screen: LESS LIKE AN INTRODUCTION. MORE LIKE A DEFENSE.</a:t>
            </a:r>
          </a:p>
          <a:p/>
          <a:p>
            <a:r>
              <a:t>Script: Now your answer feels less like an introduction and more like a defense.</a:t>
            </a:r>
          </a:p>
          <a:p/>
          <a:p>
            <a:r>
              <a:t>Purpose: Names the problem the whole video solves, in the viewer's own experience, inside the first thirty seconds.</a:t>
            </a:r>
          </a:p>
          <a:p>
            <a:r>
              <a:t>Hold: 6 to 7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V4_MG02_Chapters_Spine_Next_Direction.png  (MG02)</a:t>
            </a:r>
          </a:p>
          <a:p/>
          <a:p>
            <a:r>
              <a:t>Status: COPY UPDATE</a:t>
            </a:r>
          </a:p>
          <a:p/>
          <a:p>
            <a:r>
              <a:t>On screen: CHAPTERS / SPINE / NEXT DIRECTION</a:t>
            </a:r>
          </a:p>
          <a:p/>
          <a:p>
            <a:r>
              <a:t>Script: All three answers use the same ingredients:</a:t>
            </a:r>
          </a:p>
          <a:p/>
          <a:p>
            <a:r>
              <a:t>Purpose: The hero framework, stated as ingredients rather than as a fixed running order.</a:t>
            </a:r>
          </a:p>
          <a:p>
            <a:r>
              <a:t>Hold: 9 to 10 seconds first time, 3 seconds on each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V4_MG03_Order_Depends_On_The_Question.png  (MG03)</a:t>
            </a:r>
          </a:p>
          <a:p/>
          <a:p>
            <a:r>
              <a:t>Status: REBUILD</a:t>
            </a:r>
          </a:p>
          <a:p/>
          <a:p>
            <a:r>
              <a:t>On screen: QUICK INTRODUCTION: lead with the Spine / LONGER ANSWER: use Chapters to make the Spine visible</a:t>
            </a:r>
          </a:p>
          <a:p/>
          <a:p>
            <a:r>
              <a:t>Script: For a quick introduction, I lead with the Spine.</a:t>
            </a:r>
          </a:p>
          <a:p/>
          <a:p>
            <a:r>
              <a:t>Purpose: Replaces the retired fixed-order rule with what the script actually teaches.</a:t>
            </a:r>
          </a:p>
          <a:p>
            <a:r>
              <a:t>Hold: 9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V4_MG04_Twenty_Second_Version.png  (MG04)</a:t>
            </a:r>
          </a:p>
          <a:p/>
          <a:p>
            <a:r>
              <a:t>Status: REUSE</a:t>
            </a:r>
          </a:p>
          <a:p/>
          <a:p>
            <a:r>
              <a:t>On screen: I ...  /  I've done that in ...  /  Today I ...</a:t>
            </a:r>
          </a:p>
          <a:p/>
          <a:p>
            <a:r>
              <a:t>Script: “I…” and then the work pattern.</a:t>
            </a:r>
          </a:p>
          <a:p/>
          <a:p>
            <a:r>
              <a:t>Purpose: The template a viewer will pause and screenshot.</a:t>
            </a:r>
          </a:p>
          <a:p>
            <a:r>
              <a:t>Hold: 10 to 12 seconds. The longest hold in 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V4_MG05_Ninety_Second_Version.png  (MG05)</a:t>
            </a:r>
          </a:p>
          <a:p/>
          <a:p>
            <a:r>
              <a:t>Status: REUSE</a:t>
            </a:r>
          </a:p>
          <a:p/>
          <a:p>
            <a:r>
              <a:t>On screen: CHAPTERS / SPINE / NEXT DIRECTION</a:t>
            </a:r>
          </a:p>
          <a:p/>
          <a:p>
            <a:r>
              <a:t>Script: That is the ninety-second answer.</a:t>
            </a:r>
          </a:p>
          <a:p/>
          <a:p>
            <a:r>
              <a:t>Purpose: Shows the same ingredients carrying a longer answer, so the viewer sees one system rather than three tricks.</a:t>
            </a:r>
          </a:p>
          <a:p>
            <a:r>
              <a:t>Hold: 7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V4_MG06_The_Objection.png  (MG06)</a:t>
            </a:r>
          </a:p>
          <a:p/>
          <a:p>
            <a:r>
              <a:t>Status: REUSE</a:t>
            </a:r>
          </a:p>
          <a:p/>
          <a:p>
            <a:r>
              <a:t>On screen: WHY SO MANY CHANGES?</a:t>
            </a:r>
          </a:p>
          <a:p/>
          <a:p>
            <a:r>
              <a:t>Script: “Why so many changes?”</a:t>
            </a:r>
          </a:p>
          <a:p/>
          <a:p>
            <a:r>
              <a:t>Purpose: Puts the actual question on screen, then reframes it before the answer is taught.</a:t>
            </a:r>
          </a:p>
          <a:p>
            <a:r>
              <a:t>Hold: 6 to 7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V4_MG07_Story_Explains_Proof_Supports.png  (MG07)</a:t>
            </a:r>
          </a:p>
          <a:p/>
          <a:p>
            <a:r>
              <a:t>Status: REUSE</a:t>
            </a:r>
          </a:p>
          <a:p/>
          <a:p>
            <a:r>
              <a:t>On screen: A STORY EXPLAINS. PROOF SUPPORTS.</a:t>
            </a:r>
          </a:p>
          <a:p/>
          <a:p>
            <a:r>
              <a:t>Script: A story explains.</a:t>
            </a:r>
          </a:p>
          <a:p/>
          <a:p>
            <a:r>
              <a:t>Purpose: The line that earns the resource bridge without turning the ending into a pitch.</a:t>
            </a:r>
          </a:p>
          <a:p>
            <a:r>
              <a:t>Hold: 7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V4_MG08_All_Three_Versions.png  (MG08)</a:t>
            </a:r>
          </a:p>
          <a:p/>
          <a:p>
            <a:r>
              <a:t>Status: REUSE</a:t>
            </a:r>
          </a:p>
          <a:p/>
          <a:p>
            <a:r>
              <a:t>On screen: 20 SECONDS / 90 SECONDS / THE OBJECTION</a:t>
            </a:r>
          </a:p>
          <a:p/>
          <a:p>
            <a:r>
              <a:t>Script: So now you have all three.</a:t>
            </a:r>
          </a:p>
          <a:p/>
          <a:p>
            <a:r>
              <a:t>Purpose: Summary before the practice instruction.</a:t>
            </a:r>
          </a:p>
          <a:p>
            <a:r>
              <a:t>Hold: 6 to 7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V4_CTA_Career_Evidence_Starter.png  (CTA)</a:t>
            </a:r>
          </a:p>
          <a:p/>
          <a:p>
            <a:r>
              <a:t>Status: REUSE</a:t>
            </a:r>
          </a:p>
          <a:p/>
          <a:p>
            <a:r>
              <a:t>On screen: SHARE YOUR 20-SECOND VERSION / Free 10-Minute Career Evidence Starter / temidayoafonja.com/career-evidence-starter</a:t>
            </a:r>
          </a:p>
          <a:p/>
          <a:p>
            <a:r>
              <a:t>Script: If you get your twenty-second version working, put it in the comments.</a:t>
            </a:r>
          </a:p>
          <a:p/>
          <a:p>
            <a:r>
              <a:t>Purpose: Carries the spoken comment CTA and the pinned resource in one card.</a:t>
            </a:r>
          </a:p>
          <a:p>
            <a:r>
              <a:t>Hold: 8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V4_WatchNext_Why_Nobody_Can_Tell.png  (WN)</a:t>
            </a:r>
          </a:p>
          <a:p/>
          <a:p>
            <a:r>
              <a:t>Status: REUSE</a:t>
            </a:r>
          </a:p>
          <a:p/>
          <a:p>
            <a:r>
              <a:t>On screen: WATCH NEXT: WHY NOBODY CAN TELL WHAT YOU'RE ACTUALLY GOOD AT</a:t>
            </a:r>
          </a:p>
          <a:p/>
          <a:p>
            <a:r>
              <a:t>Script: Watch “Why Nobody Can Tell What You’re Actually Good At” next.</a:t>
            </a:r>
          </a:p>
          <a:p/>
          <a:p>
            <a:r>
              <a:t>Purpose: Final visual. The right of frame is left clear for the clickable end-screen element.</a:t>
            </a:r>
          </a:p>
          <a:p>
            <a:r>
              <a:t>Hold: 10 to 14 seconds, through both closing lines and past the last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04508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LESS LIKE AN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INTRODUCTION.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LIKE A DEFENSE.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421474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And you still have not said what the work built in you.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SET OF INGREDIENTS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74037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1997837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CHAPTERS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11653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735453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SPINE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49269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473069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NEXT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35038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ingredients stay the same. The order depends on the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SAME INGREDIENTS, DIFFERENT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72123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order depends on the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68236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89826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QUICK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44512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Lead with the Spine.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68236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289826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LONGER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44512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Use Chapters to make the Spine visible.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66432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Your Spine does not change depending on who is asking.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20 SECOND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74037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1997837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11653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735453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I've done that in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49269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473069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Today I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35038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Work pattern. Two or three contexts. Current direction.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90 SECOND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74037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1997837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CHAPTERS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11653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735453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SPINE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49269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473069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NEXT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35038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Three chapters, not seven. Two examples, not five.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OBJECTION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9254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“WHY SO MANY</a:t>
            </a:r>
            <a:br/>
            <a:r>
              <a:rPr sz="4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CHANGES?”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95014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Often they just cannot see the pattern yet.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3209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STORY EXPLAINS.</a:t>
            </a:r>
            <a:br/>
            <a:r>
              <a:rPr sz="4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PROOF SUPPORTS.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92169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The story gets the question. Evidence answers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YOU NOW HAVE ALL THREE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74037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1997837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20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11653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735453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90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49269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473069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OBJECTION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35038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Say all three out loud before you need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FREE 10-MINUTE CAREER EVIDENCE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Share your 20-second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version in the comments.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Building the proof underneath the story? Start 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temidayoafonja.com/career-evidence-starter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458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268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570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Why Nobody Can Tell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You're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Actually Good 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