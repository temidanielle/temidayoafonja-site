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V7_MG01_Opening_Consequence.png  (MG01)</a:t>
            </a:r>
          </a:p>
          <a:p/>
          <a:p>
            <a:r>
              <a:t>Status: REUSE</a:t>
            </a:r>
          </a:p>
          <a:p/>
          <a:p>
            <a:r>
              <a:t>On screen: MORE RESPONSIBILITY CAN MEAN GROWTH. / IT CAN ALSO MEAN YOU ABSORB MORE.</a:t>
            </a:r>
          </a:p>
          <a:p/>
          <a:p>
            <a:r>
              <a:t>Script: Or maybe the organization has simply learned that you will absorb more.</a:t>
            </a:r>
          </a:p>
          <a:p/>
          <a:p>
            <a:r>
              <a:t>Purpose: The consequence the whole video turns on, before the CAR test is named.</a:t>
            </a:r>
          </a:p>
          <a:p>
            <a:r>
              <a:t>Hold: 7 to 8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V7_MG02_CAR_Framework.png  (MG02)</a:t>
            </a:r>
          </a:p>
          <a:p/>
          <a:p>
            <a:r>
              <a:t>Status: REORDER</a:t>
            </a:r>
          </a:p>
          <a:p/>
          <a:p>
            <a:r>
              <a:t>On screen: C COMPLEXITY / A AUTHORITY / R RETURN</a:t>
            </a:r>
          </a:p>
          <a:p/>
          <a:p>
            <a:r>
              <a:t>Script: That is the CAR test: Complexity, Authority, Return.</a:t>
            </a:r>
          </a:p>
          <a:p/>
          <a:p>
            <a:r>
              <a:t>Purpose: The hero framework. Returns briefly at each of the three section changes.</a:t>
            </a:r>
          </a:p>
          <a:p>
            <a:r>
              <a:t>Hold: 9 to 11 seconds first time, 3 seconds on each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V7_MG03_Complexity.png  (MG03)</a:t>
            </a:r>
          </a:p>
          <a:p/>
          <a:p>
            <a:r>
              <a:t>Status: COPY UPDATE</a:t>
            </a:r>
          </a:p>
          <a:p/>
          <a:p>
            <a:r>
              <a:t>On screen: MORE OF THE SAME vs NEW VARIABLES · AMBIGUITY · TRADEOFFS</a:t>
            </a:r>
          </a:p>
          <a:p/>
          <a:p>
            <a:r>
              <a:t>Script: First: Did the problem become more complex, or did the volume simply increase?</a:t>
            </a:r>
          </a:p>
          <a:p/>
          <a:p>
            <a:r>
              <a:t>Purpose: The first test, as a comparison the viewer can run on their own week.</a:t>
            </a:r>
          </a:p>
          <a:p>
            <a:r>
              <a:t>Hold: 8 to 9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V7_MG04_Authority.png  (MG04)</a:t>
            </a:r>
          </a:p>
          <a:p/>
          <a:p>
            <a:r>
              <a:t>Status: REUSE</a:t>
            </a:r>
          </a:p>
          <a:p/>
          <a:p>
            <a:r>
              <a:t>On screen: RESPONSIBILITY: what you carry / ACCOUNTABILITY: what you answer for / AUTHORITY: what you can influence or decide</a:t>
            </a:r>
          </a:p>
          <a:p/>
          <a:p>
            <a:r>
              <a:t>Script: Responsibility is what you are expected to carry. Accountability is what you will answer for. Authority is what you can influence or decide.</a:t>
            </a:r>
          </a:p>
          <a:p/>
          <a:p>
            <a:r>
              <a:t>Purpose: The distinction the second test turns on.</a:t>
            </a:r>
          </a:p>
          <a:p>
            <a:r>
              <a:t>Hold: 9 to 10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V7_MG05_Return.png  (MG05)</a:t>
            </a:r>
          </a:p>
          <a:p/>
          <a:p>
            <a:r>
              <a:t>Status: REBUILD</a:t>
            </a:r>
          </a:p>
          <a:p/>
          <a:p>
            <a:r>
              <a:t>On screen: WHAT DID THE WORK RETURN? Capability · Evidence · Recognition / PRAISE ALONE IS NOT ROLE DESIGN.</a:t>
            </a:r>
          </a:p>
          <a:p/>
          <a:p>
            <a:r>
              <a:t>Script: I would look in three places: capability, evidence, and recognition.</a:t>
            </a:r>
          </a:p>
          <a:p/>
          <a:p>
            <a:r>
              <a:t>Purpose: The third test, ending on the line the brief names as the major payoff of the section.</a:t>
            </a:r>
          </a:p>
          <a:p>
            <a:r>
              <a:t>Hold: 11 to 13 seconds. The payoff line needs time to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V7_MG06_Pattern_Read.png  (MG06)</a:t>
            </a:r>
          </a:p>
          <a:p/>
          <a:p>
            <a:r>
              <a:t>Status: COPY UPDATE</a:t>
            </a:r>
          </a:p>
          <a:p/>
          <a:p>
            <a:r>
              <a:t>On screen: CAR UP = GROWTH CASE VISIBLE / VOLUME ONLY UP = MORE LOAD</a:t>
            </a:r>
          </a:p>
          <a:p/>
          <a:p>
            <a:r>
              <a:t>Script: If Complexity, Authority, and Return are all expanding, the career case for growth is visible.</a:t>
            </a:r>
          </a:p>
          <a:p/>
          <a:p>
            <a:r>
              <a:t>Purpose: The read, in the script's own conditional language.</a:t>
            </a:r>
          </a:p>
          <a:p>
            <a:r>
              <a:t>Hold: 8 to 9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V7_MG07_Scope_Conversation_A.png  (MG07)</a:t>
            </a:r>
          </a:p>
          <a:p/>
          <a:p>
            <a:r>
              <a:t>Status: REUSE</a:t>
            </a:r>
          </a:p>
          <a:p/>
          <a:p>
            <a:r>
              <a:t>On screen: What should remain? / What should come off my plate?</a:t>
            </a:r>
          </a:p>
          <a:p/>
          <a:p>
            <a:r>
              <a:t>Script: Which of these responsibilities should remain with me?</a:t>
            </a:r>
          </a:p>
          <a:p/>
          <a:p>
            <a:r>
              <a:t>Purpose: The first half of the manager conversation, kept to two questions so each stays large enough to read on a phone.</a:t>
            </a:r>
          </a:p>
          <a:p>
            <a:r>
              <a:t>Hold: 7 to 8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V7_MG08_Scope_Conversation_B.png  (MG08)</a:t>
            </a:r>
          </a:p>
          <a:p/>
          <a:p>
            <a:r>
              <a:t>Status: REUSE</a:t>
            </a:r>
          </a:p>
          <a:p/>
          <a:p>
            <a:r>
              <a:t>On screen: Which decisions belong to me? / When will this be reviewed?</a:t>
            </a:r>
          </a:p>
          <a:p/>
          <a:p>
            <a:r>
              <a:t>Script: Which decisions need to belong to me for these outcomes?</a:t>
            </a:r>
          </a:p>
          <a:p/>
          <a:p>
            <a:r>
              <a:t>Purpose: The second half of the same conversation. Two frames rather than one four-question grid, for phone readability.</a:t>
            </a:r>
          </a:p>
          <a:p>
            <a:r>
              <a:t>Hold: 7 to 8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V7_CTA_Capability_Formation_Field_Kit.png  (CTA)</a:t>
            </a:r>
          </a:p>
          <a:p/>
          <a:p>
            <a:r>
              <a:t>Status: REUSE</a:t>
            </a:r>
          </a:p>
          <a:p/>
          <a:p>
            <a:r>
              <a:t>On screen: CAPABILITY FORMATION FIELD KIT / temidayoafonja.com/fieldkit</a:t>
            </a:r>
          </a:p>
          <a:p/>
          <a:p>
            <a:r>
              <a:t>Script: the Capability Formation Field Kit helps you read the evidence in your role</a:t>
            </a:r>
          </a:p>
          <a:p/>
          <a:p>
            <a:r>
              <a:t>Purpose: The single product route, full screen.</a:t>
            </a:r>
          </a:p>
          <a:p>
            <a:r>
              <a:t>Hold: 8 to 9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V7_WATCH_NEXT_Built_It_From_Scratch.png  (WN)</a:t>
            </a:r>
          </a:p>
          <a:p/>
          <a:p>
            <a:r>
              <a:t>Status: REUSE</a:t>
            </a:r>
          </a:p>
          <a:p/>
          <a:p>
            <a:r>
              <a:t>On screen: WATCH NEXT: HOW TO SHOW YOUR IMPACT AT WORK WHEN YOU BUILT IT FROM SCRATCH</a:t>
            </a:r>
          </a:p>
          <a:p/>
          <a:p>
            <a:r>
              <a:t>Script: In the next video, I will show you how to make that work visible: “How to Show Your Impact at Work When You Built It From Scratch.”</a:t>
            </a:r>
          </a:p>
          <a:p/>
          <a:p>
            <a:r>
              <a:t>Purpose: Final visual. Right of frame kept clear for the clickable end-screen element.</a:t>
            </a:r>
          </a:p>
          <a:p>
            <a:r>
              <a:t>Hold: 10 to 14 seconds, through the closing line and past the last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00152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MORE RESPONSIBILITY</a:t>
            </a:r>
            <a:br/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CAN MEAN GROWTH.</a:t>
            </a:r>
            <a:br/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/>
            </a:r>
            <a:br/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IT CAN ALSO MEAN</a:t>
            </a:r>
            <a:br/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 ABSORB MORE.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CAR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64232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288032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158744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3082544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53256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877056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RETURN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 IS FOR COMPLEXITY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00075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Did the problem change, or just the volume?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351663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73253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MORE OF THE SAME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427939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Capacity is being used.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351663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373253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NEW 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427939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Ambiguity · Tradeoffs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 IS FOR AUTHORITY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08534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Three words people use as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038856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RESPONSIBILITY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0" y="2975356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you carry.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684524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ACCOUNTABILITY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3621024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you answer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330192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AUTHORITY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3000" y="4266692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you can influence or decide.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 IS FOR RETURN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137664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061464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789936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713736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442208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366008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RECOGNITION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1579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Praise alone is not role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READING THE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8582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Read the three together.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81940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03530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COMPLEXITY,</a:t>
            </a:r>
            <a:br/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AUTHORITY</a:t>
            </a:r>
            <a:br/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AND RETURN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442188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Growth case visible.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281940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303530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VOLUME ONLY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58216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More load.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SCOPE CONVERSATION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818384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742184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should remain?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556000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3479800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should come off my plate?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SCOPE CONVERSATION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818384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742184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Which decisions belong to 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556000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3479800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When will this be reviewed?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CAPABILITY FORMATION FIELD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Read what your work</a:t>
            </a:r>
            <a:br/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actually building.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See where your options are expanding, and where they are not.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temidayoafonja.com/fieldkit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9954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376424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7066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to Show Your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Impact at Work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When You Built It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From Scratch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